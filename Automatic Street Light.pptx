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7" r:id="rId4"/>
    <p:sldId id="276" r:id="rId5"/>
    <p:sldId id="260" r:id="rId6"/>
    <p:sldId id="275" r:id="rId7"/>
    <p:sldId id="278" r:id="rId8"/>
    <p:sldId id="263" r:id="rId9"/>
    <p:sldId id="279" r:id="rId10"/>
    <p:sldId id="280" r:id="rId11"/>
    <p:sldId id="281" r:id="rId12"/>
    <p:sldId id="282" r:id="rId13"/>
    <p:sldId id="283" r:id="rId14"/>
    <p:sldId id="269" r:id="rId15"/>
    <p:sldId id="270" r:id="rId16"/>
    <p:sldId id="271" r:id="rId17"/>
    <p:sldId id="272" r:id="rId18"/>
    <p:sldId id="27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34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83C18-E97D-4F3D-83BB-7FA6E095F7AC}" v="6" dt="2021-07-11T14:47:44.247"/>
    <p1510:client id="{0C9778BA-106D-49CA-9BF2-A3A3F31EB071}" v="16" dt="2021-07-12T15:44:09.646"/>
    <p1510:client id="{4C32A0B3-6C00-B746-BD71-3920E0AF82E2}" v="5" dt="2021-07-05T14:56:57.021"/>
    <p1510:client id="{58C24718-870E-460A-BCD0-4C745B0DE452}" v="963" dt="2021-07-05T14:54:50.863"/>
    <p1510:client id="{AF8A1D29-F519-4524-B067-20404BB64F40}" v="1" dt="2021-07-05T14:57:48.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Chowdary" userId="438a3ffe85f3f198" providerId="Windows Live" clId="Web-{58C24718-870E-460A-BCD0-4C745B0DE452}"/>
    <pc:docChg chg="addSld delSld modSld sldOrd">
      <pc:chgData name="Mahesh Chowdary" userId="438a3ffe85f3f198" providerId="Windows Live" clId="Web-{58C24718-870E-460A-BCD0-4C745B0DE452}" dt="2021-07-05T14:54:54.769" v="705"/>
      <pc:docMkLst>
        <pc:docMk/>
      </pc:docMkLst>
      <pc:sldChg chg="addSp delSp modSp mod setBg">
        <pc:chgData name="Mahesh Chowdary" userId="438a3ffe85f3f198" providerId="Windows Live" clId="Web-{58C24718-870E-460A-BCD0-4C745B0DE452}" dt="2021-07-05T13:31:35.156" v="84"/>
        <pc:sldMkLst>
          <pc:docMk/>
          <pc:sldMk cId="1434072999" sldId="256"/>
        </pc:sldMkLst>
        <pc:spChg chg="add mod">
          <ac:chgData name="Mahesh Chowdary" userId="438a3ffe85f3f198" providerId="Windows Live" clId="Web-{58C24718-870E-460A-BCD0-4C745B0DE452}" dt="2021-07-05T13:25:36.491" v="22" actId="1076"/>
          <ac:spMkLst>
            <pc:docMk/>
            <pc:sldMk cId="1434072999" sldId="256"/>
            <ac:spMk id="3" creationId="{267D70F0-21D2-495C-B6A5-A5F42C3F691B}"/>
          </ac:spMkLst>
        </pc:spChg>
        <pc:spChg chg="add mod">
          <ac:chgData name="Mahesh Chowdary" userId="438a3ffe85f3f198" providerId="Windows Live" clId="Web-{58C24718-870E-460A-BCD0-4C745B0DE452}" dt="2021-07-05T13:26:20.289" v="29" actId="1076"/>
          <ac:spMkLst>
            <pc:docMk/>
            <pc:sldMk cId="1434072999" sldId="256"/>
            <ac:spMk id="5" creationId="{64A2B06D-DDF3-4DD9-80D2-AB256C133E72}"/>
          </ac:spMkLst>
        </pc:spChg>
        <pc:spChg chg="add mod">
          <ac:chgData name="Mahesh Chowdary" userId="438a3ffe85f3f198" providerId="Windows Live" clId="Web-{58C24718-870E-460A-BCD0-4C745B0DE452}" dt="2021-07-05T13:30:52.092" v="78" actId="1076"/>
          <ac:spMkLst>
            <pc:docMk/>
            <pc:sldMk cId="1434072999" sldId="256"/>
            <ac:spMk id="6" creationId="{BF3A77C4-73B0-48FE-B4EC-008BEE9759E5}"/>
          </ac:spMkLst>
        </pc:spChg>
        <pc:spChg chg="add">
          <ac:chgData name="Mahesh Chowdary" userId="438a3ffe85f3f198" providerId="Windows Live" clId="Web-{58C24718-870E-460A-BCD0-4C745B0DE452}" dt="2021-07-05T13:21:10.220" v="7"/>
          <ac:spMkLst>
            <pc:docMk/>
            <pc:sldMk cId="1434072999" sldId="256"/>
            <ac:spMk id="7" creationId="{42A4FC2C-047E-45A5-965D-8E1E3BF09BC6}"/>
          </ac:spMkLst>
        </pc:spChg>
        <pc:spChg chg="add del mod">
          <ac:chgData name="Mahesh Chowdary" userId="438a3ffe85f3f198" providerId="Windows Live" clId="Web-{58C24718-870E-460A-BCD0-4C745B0DE452}" dt="2021-07-05T13:31:35.156" v="84"/>
          <ac:spMkLst>
            <pc:docMk/>
            <pc:sldMk cId="1434072999" sldId="256"/>
            <ac:spMk id="8" creationId="{CFA0D5E8-2C31-4B56-BE29-244BA59740D0}"/>
          </ac:spMkLst>
        </pc:spChg>
        <pc:spChg chg="add del mod">
          <ac:chgData name="Mahesh Chowdary" userId="438a3ffe85f3f198" providerId="Windows Live" clId="Web-{58C24718-870E-460A-BCD0-4C745B0DE452}" dt="2021-07-05T13:31:26.046" v="83"/>
          <ac:spMkLst>
            <pc:docMk/>
            <pc:sldMk cId="1434072999" sldId="256"/>
            <ac:spMk id="9" creationId="{DAAA48E2-3EEE-46FD-A465-615778819892}"/>
          </ac:spMkLst>
        </pc:spChg>
        <pc:spChg chg="add mod">
          <ac:chgData name="Mahesh Chowdary" userId="438a3ffe85f3f198" providerId="Windows Live" clId="Web-{58C24718-870E-460A-BCD0-4C745B0DE452}" dt="2021-07-05T13:31:13.015" v="82" actId="1076"/>
          <ac:spMkLst>
            <pc:docMk/>
            <pc:sldMk cId="1434072999" sldId="256"/>
            <ac:spMk id="10" creationId="{A2852F98-073A-44EB-B82C-3F5C4491474E}"/>
          </ac:spMkLst>
        </pc:spChg>
        <pc:picChg chg="add mod modCrop">
          <ac:chgData name="Mahesh Chowdary" userId="438a3ffe85f3f198" providerId="Windows Live" clId="Web-{58C24718-870E-460A-BCD0-4C745B0DE452}" dt="2021-07-05T13:24:27.021" v="14" actId="14100"/>
          <ac:picMkLst>
            <pc:docMk/>
            <pc:sldMk cId="1434072999" sldId="256"/>
            <ac:picMk id="2" creationId="{D51ED912-C69A-4B49-94DF-316C6B174DF5}"/>
          </ac:picMkLst>
        </pc:picChg>
        <pc:picChg chg="del">
          <ac:chgData name="Mahesh Chowdary" userId="438a3ffe85f3f198" providerId="Windows Live" clId="Web-{58C24718-870E-460A-BCD0-4C745B0DE452}" dt="2021-07-05T13:19:40.358" v="0"/>
          <ac:picMkLst>
            <pc:docMk/>
            <pc:sldMk cId="1434072999" sldId="256"/>
            <ac:picMk id="4" creationId="{00000000-0000-0000-0000-000000000000}"/>
          </ac:picMkLst>
        </pc:picChg>
      </pc:sldChg>
      <pc:sldChg chg="addSp delSp modSp mod modTransition setBg addAnim delAnim modAnim setClrOvrMap">
        <pc:chgData name="Mahesh Chowdary" userId="438a3ffe85f3f198" providerId="Windows Live" clId="Web-{58C24718-870E-460A-BCD0-4C745B0DE452}" dt="2021-07-05T14:15:40.232" v="419"/>
        <pc:sldMkLst>
          <pc:docMk/>
          <pc:sldMk cId="1021282996" sldId="257"/>
        </pc:sldMkLst>
        <pc:spChg chg="add mod">
          <ac:chgData name="Mahesh Chowdary" userId="438a3ffe85f3f198" providerId="Windows Live" clId="Web-{58C24718-870E-460A-BCD0-4C745B0DE452}" dt="2021-07-05T13:37:37.836" v="136" actId="1076"/>
          <ac:spMkLst>
            <pc:docMk/>
            <pc:sldMk cId="1021282996" sldId="257"/>
            <ac:spMk id="2" creationId="{3DDD6440-A085-4B0E-90D0-94C5AB087860}"/>
          </ac:spMkLst>
        </pc:spChg>
        <pc:spChg chg="mod ord">
          <ac:chgData name="Mahesh Chowdary" userId="438a3ffe85f3f198" providerId="Windows Live" clId="Web-{58C24718-870E-460A-BCD0-4C745B0DE452}" dt="2021-07-05T14:12:44.571" v="410" actId="1076"/>
          <ac:spMkLst>
            <pc:docMk/>
            <pc:sldMk cId="1021282996" sldId="257"/>
            <ac:spMk id="12" creationId="{00000000-0000-0000-0000-000000000000}"/>
          </ac:spMkLst>
        </pc:spChg>
        <pc:spChg chg="add del">
          <ac:chgData name="Mahesh Chowdary" userId="438a3ffe85f3f198" providerId="Windows Live" clId="Web-{58C24718-870E-460A-BCD0-4C745B0DE452}" dt="2021-07-05T13:35:51.708" v="125"/>
          <ac:spMkLst>
            <pc:docMk/>
            <pc:sldMk cId="1021282996" sldId="257"/>
            <ac:spMk id="17" creationId="{231BF440-39FA-4087-84CC-2EEC0BBDAF29}"/>
          </ac:spMkLst>
        </pc:spChg>
        <pc:spChg chg="add del">
          <ac:chgData name="Mahesh Chowdary" userId="438a3ffe85f3f198" providerId="Windows Live" clId="Web-{58C24718-870E-460A-BCD0-4C745B0DE452}" dt="2021-07-05T13:35:51.708" v="125"/>
          <ac:spMkLst>
            <pc:docMk/>
            <pc:sldMk cId="1021282996" sldId="257"/>
            <ac:spMk id="19" creationId="{F04E4CBA-303B-48BD-8451-C2701CB0EEBF}"/>
          </ac:spMkLst>
        </pc:spChg>
        <pc:spChg chg="add del">
          <ac:chgData name="Mahesh Chowdary" userId="438a3ffe85f3f198" providerId="Windows Live" clId="Web-{58C24718-870E-460A-BCD0-4C745B0DE452}" dt="2021-07-05T13:35:51.708" v="125"/>
          <ac:spMkLst>
            <pc:docMk/>
            <pc:sldMk cId="1021282996" sldId="257"/>
            <ac:spMk id="21" creationId="{F6CA58B3-AFCC-4A40-9882-50D5080879B0}"/>
          </ac:spMkLst>
        </pc:spChg>
        <pc:spChg chg="add del">
          <ac:chgData name="Mahesh Chowdary" userId="438a3ffe85f3f198" providerId="Windows Live" clId="Web-{58C24718-870E-460A-BCD0-4C745B0DE452}" dt="2021-07-05T13:35:51.708" v="125"/>
          <ac:spMkLst>
            <pc:docMk/>
            <pc:sldMk cId="1021282996" sldId="257"/>
            <ac:spMk id="23" creationId="{75C56826-D4E5-42ED-8529-079651CB3005}"/>
          </ac:spMkLst>
        </pc:spChg>
        <pc:spChg chg="add del">
          <ac:chgData name="Mahesh Chowdary" userId="438a3ffe85f3f198" providerId="Windows Live" clId="Web-{58C24718-870E-460A-BCD0-4C745B0DE452}" dt="2021-07-05T13:35:51.708" v="125"/>
          <ac:spMkLst>
            <pc:docMk/>
            <pc:sldMk cId="1021282996" sldId="257"/>
            <ac:spMk id="25" creationId="{82095FCE-EF05-4443-B97A-85DEE3A5CA17}"/>
          </ac:spMkLst>
        </pc:spChg>
        <pc:spChg chg="add del">
          <ac:chgData name="Mahesh Chowdary" userId="438a3ffe85f3f198" providerId="Windows Live" clId="Web-{58C24718-870E-460A-BCD0-4C745B0DE452}" dt="2021-07-05T13:35:51.708" v="125"/>
          <ac:spMkLst>
            <pc:docMk/>
            <pc:sldMk cId="1021282996" sldId="257"/>
            <ac:spMk id="27" creationId="{CA00AE6B-AA30-4CF8-BA6F-339B780AD76C}"/>
          </ac:spMkLst>
        </pc:spChg>
        <pc:spChg chg="add">
          <ac:chgData name="Mahesh Chowdary" userId="438a3ffe85f3f198" providerId="Windows Live" clId="Web-{58C24718-870E-460A-BCD0-4C745B0DE452}" dt="2021-07-05T13:35:51.708" v="125"/>
          <ac:spMkLst>
            <pc:docMk/>
            <pc:sldMk cId="1021282996" sldId="257"/>
            <ac:spMk id="32" creationId="{9AA72BD9-2C5A-4EDC-931F-5AA08EACA0F3}"/>
          </ac:spMkLst>
        </pc:spChg>
        <pc:spChg chg="add">
          <ac:chgData name="Mahesh Chowdary" userId="438a3ffe85f3f198" providerId="Windows Live" clId="Web-{58C24718-870E-460A-BCD0-4C745B0DE452}" dt="2021-07-05T13:35:51.708" v="125"/>
          <ac:spMkLst>
            <pc:docMk/>
            <pc:sldMk cId="1021282996" sldId="257"/>
            <ac:spMk id="34" creationId="{DD3981AC-7B61-4947-BCF3-F7AA7FA385B9}"/>
          </ac:spMkLst>
        </pc:spChg>
        <pc:spChg chg="add">
          <ac:chgData name="Mahesh Chowdary" userId="438a3ffe85f3f198" providerId="Windows Live" clId="Web-{58C24718-870E-460A-BCD0-4C745B0DE452}" dt="2021-07-05T13:35:51.708" v="125"/>
          <ac:spMkLst>
            <pc:docMk/>
            <pc:sldMk cId="1021282996" sldId="257"/>
            <ac:spMk id="36" creationId="{55D4142C-5077-457F-A6AD-3FECFDB39685}"/>
          </ac:spMkLst>
        </pc:spChg>
        <pc:spChg chg="add">
          <ac:chgData name="Mahesh Chowdary" userId="438a3ffe85f3f198" providerId="Windows Live" clId="Web-{58C24718-870E-460A-BCD0-4C745B0DE452}" dt="2021-07-05T13:35:51.708" v="125"/>
          <ac:spMkLst>
            <pc:docMk/>
            <pc:sldMk cId="1021282996" sldId="257"/>
            <ac:spMk id="38" creationId="{7A5F0580-5EE9-419F-96EE-B6529EF6E7D0}"/>
          </ac:spMkLst>
        </pc:spChg>
        <pc:picChg chg="mod">
          <ac:chgData name="Mahesh Chowdary" userId="438a3ffe85f3f198" providerId="Windows Live" clId="Web-{58C24718-870E-460A-BCD0-4C745B0DE452}" dt="2021-07-05T13:35:51.708" v="125"/>
          <ac:picMkLst>
            <pc:docMk/>
            <pc:sldMk cId="1021282996" sldId="257"/>
            <ac:picMk id="6" creationId="{00000000-0000-0000-0000-000000000000}"/>
          </ac:picMkLst>
        </pc:picChg>
        <pc:picChg chg="del mod">
          <ac:chgData name="Mahesh Chowdary" userId="438a3ffe85f3f198" providerId="Windows Live" clId="Web-{58C24718-870E-460A-BCD0-4C745B0DE452}" dt="2021-07-05T13:32:49.673" v="88"/>
          <ac:picMkLst>
            <pc:docMk/>
            <pc:sldMk cId="1021282996" sldId="257"/>
            <ac:picMk id="8" creationId="{00000000-0000-0000-0000-000000000000}"/>
          </ac:picMkLst>
        </pc:picChg>
      </pc:sldChg>
      <pc:sldChg chg="addSp delSp modSp del mod setBg addAnim modAnim">
        <pc:chgData name="Mahesh Chowdary" userId="438a3ffe85f3f198" providerId="Windows Live" clId="Web-{58C24718-870E-460A-BCD0-4C745B0DE452}" dt="2021-07-05T14:03:10.793" v="365"/>
        <pc:sldMkLst>
          <pc:docMk/>
          <pc:sldMk cId="2531593683" sldId="258"/>
        </pc:sldMkLst>
        <pc:spChg chg="add mod">
          <ac:chgData name="Mahesh Chowdary" userId="438a3ffe85f3f198" providerId="Windows Live" clId="Web-{58C24718-870E-460A-BCD0-4C745B0DE452}" dt="2021-07-05T13:45:56.144" v="213"/>
          <ac:spMkLst>
            <pc:docMk/>
            <pc:sldMk cId="2531593683" sldId="258"/>
            <ac:spMk id="2" creationId="{E9663E93-D935-44A7-A100-A58072C0424A}"/>
          </ac:spMkLst>
        </pc:spChg>
        <pc:spChg chg="mod">
          <ac:chgData name="Mahesh Chowdary" userId="438a3ffe85f3f198" providerId="Windows Live" clId="Web-{58C24718-870E-460A-BCD0-4C745B0DE452}" dt="2021-07-05T13:43:32.703" v="178" actId="1076"/>
          <ac:spMkLst>
            <pc:docMk/>
            <pc:sldMk cId="2531593683" sldId="258"/>
            <ac:spMk id="12" creationId="{00000000-0000-0000-0000-000000000000}"/>
          </ac:spMkLst>
        </pc:spChg>
        <pc:spChg chg="add del">
          <ac:chgData name="Mahesh Chowdary" userId="438a3ffe85f3f198" providerId="Windows Live" clId="Web-{58C24718-870E-460A-BCD0-4C745B0DE452}" dt="2021-07-05T13:43:21.437" v="177"/>
          <ac:spMkLst>
            <pc:docMk/>
            <pc:sldMk cId="2531593683" sldId="258"/>
            <ac:spMk id="17" creationId="{231BF440-39FA-4087-84CC-2EEC0BBDAF29}"/>
          </ac:spMkLst>
        </pc:spChg>
        <pc:spChg chg="add del">
          <ac:chgData name="Mahesh Chowdary" userId="438a3ffe85f3f198" providerId="Windows Live" clId="Web-{58C24718-870E-460A-BCD0-4C745B0DE452}" dt="2021-07-05T13:43:21.437" v="177"/>
          <ac:spMkLst>
            <pc:docMk/>
            <pc:sldMk cId="2531593683" sldId="258"/>
            <ac:spMk id="19" creationId="{F04E4CBA-303B-48BD-8451-C2701CB0EEBF}"/>
          </ac:spMkLst>
        </pc:spChg>
        <pc:spChg chg="add del">
          <ac:chgData name="Mahesh Chowdary" userId="438a3ffe85f3f198" providerId="Windows Live" clId="Web-{58C24718-870E-460A-BCD0-4C745B0DE452}" dt="2021-07-05T13:43:21.437" v="177"/>
          <ac:spMkLst>
            <pc:docMk/>
            <pc:sldMk cId="2531593683" sldId="258"/>
            <ac:spMk id="21" creationId="{F6CA58B3-AFCC-4A40-9882-50D5080879B0}"/>
          </ac:spMkLst>
        </pc:spChg>
        <pc:spChg chg="add del">
          <ac:chgData name="Mahesh Chowdary" userId="438a3ffe85f3f198" providerId="Windows Live" clId="Web-{58C24718-870E-460A-BCD0-4C745B0DE452}" dt="2021-07-05T13:43:21.437" v="177"/>
          <ac:spMkLst>
            <pc:docMk/>
            <pc:sldMk cId="2531593683" sldId="258"/>
            <ac:spMk id="23" creationId="{75C56826-D4E5-42ED-8529-079651CB3005}"/>
          </ac:spMkLst>
        </pc:spChg>
        <pc:spChg chg="add del">
          <ac:chgData name="Mahesh Chowdary" userId="438a3ffe85f3f198" providerId="Windows Live" clId="Web-{58C24718-870E-460A-BCD0-4C745B0DE452}" dt="2021-07-05T13:43:21.437" v="177"/>
          <ac:spMkLst>
            <pc:docMk/>
            <pc:sldMk cId="2531593683" sldId="258"/>
            <ac:spMk id="25" creationId="{82095FCE-EF05-4443-B97A-85DEE3A5CA17}"/>
          </ac:spMkLst>
        </pc:spChg>
        <pc:spChg chg="add del">
          <ac:chgData name="Mahesh Chowdary" userId="438a3ffe85f3f198" providerId="Windows Live" clId="Web-{58C24718-870E-460A-BCD0-4C745B0DE452}" dt="2021-07-05T13:43:21.437" v="177"/>
          <ac:spMkLst>
            <pc:docMk/>
            <pc:sldMk cId="2531593683" sldId="258"/>
            <ac:spMk id="27" creationId="{CA00AE6B-AA30-4CF8-BA6F-339B780AD76C}"/>
          </ac:spMkLst>
        </pc:spChg>
        <pc:picChg chg="mod">
          <ac:chgData name="Mahesh Chowdary" userId="438a3ffe85f3f198" providerId="Windows Live" clId="Web-{58C24718-870E-460A-BCD0-4C745B0DE452}" dt="2021-07-05T13:43:21.437" v="177"/>
          <ac:picMkLst>
            <pc:docMk/>
            <pc:sldMk cId="2531593683" sldId="258"/>
            <ac:picMk id="6" creationId="{00000000-0000-0000-0000-000000000000}"/>
          </ac:picMkLst>
        </pc:picChg>
        <pc:picChg chg="add del mod">
          <ac:chgData name="Mahesh Chowdary" userId="438a3ffe85f3f198" providerId="Windows Live" clId="Web-{58C24718-870E-460A-BCD0-4C745B0DE452}" dt="2021-07-05T13:44:11.814" v="181"/>
          <ac:picMkLst>
            <pc:docMk/>
            <pc:sldMk cId="2531593683" sldId="258"/>
            <ac:picMk id="8" creationId="{00000000-0000-0000-0000-000000000000}"/>
          </ac:picMkLst>
        </pc:picChg>
      </pc:sldChg>
      <pc:sldChg chg="delSp del">
        <pc:chgData name="Mahesh Chowdary" userId="438a3ffe85f3f198" providerId="Windows Live" clId="Web-{58C24718-870E-460A-BCD0-4C745B0DE452}" dt="2021-07-05T13:50:27.510" v="253"/>
        <pc:sldMkLst>
          <pc:docMk/>
          <pc:sldMk cId="30496951" sldId="259"/>
        </pc:sldMkLst>
        <pc:picChg chg="del">
          <ac:chgData name="Mahesh Chowdary" userId="438a3ffe85f3f198" providerId="Windows Live" clId="Web-{58C24718-870E-460A-BCD0-4C745B0DE452}" dt="2021-07-05T13:47:34.037" v="217"/>
          <ac:picMkLst>
            <pc:docMk/>
            <pc:sldMk cId="30496951" sldId="259"/>
            <ac:picMk id="8" creationId="{00000000-0000-0000-0000-000000000000}"/>
          </ac:picMkLst>
        </pc:picChg>
      </pc:sldChg>
      <pc:sldChg chg="modSp modTransition">
        <pc:chgData name="Mahesh Chowdary" userId="438a3ffe85f3f198" providerId="Windows Live" clId="Web-{58C24718-870E-460A-BCD0-4C745B0DE452}" dt="2021-07-05T14:18:02.172" v="433" actId="14100"/>
        <pc:sldMkLst>
          <pc:docMk/>
          <pc:sldMk cId="2148556799" sldId="260"/>
        </pc:sldMkLst>
        <pc:spChg chg="mod">
          <ac:chgData name="Mahesh Chowdary" userId="438a3ffe85f3f198" providerId="Windows Live" clId="Web-{58C24718-870E-460A-BCD0-4C745B0DE452}" dt="2021-07-05T13:52:41.497" v="271" actId="1076"/>
          <ac:spMkLst>
            <pc:docMk/>
            <pc:sldMk cId="2148556799" sldId="260"/>
            <ac:spMk id="4" creationId="{00000000-0000-0000-0000-000000000000}"/>
          </ac:spMkLst>
        </pc:spChg>
        <pc:spChg chg="mod">
          <ac:chgData name="Mahesh Chowdary" userId="438a3ffe85f3f198" providerId="Windows Live" clId="Web-{58C24718-870E-460A-BCD0-4C745B0DE452}" dt="2021-07-05T14:18:02.172" v="433" actId="14100"/>
          <ac:spMkLst>
            <pc:docMk/>
            <pc:sldMk cId="2148556799" sldId="260"/>
            <ac:spMk id="12" creationId="{00000000-0000-0000-0000-000000000000}"/>
          </ac:spMkLst>
        </pc:spChg>
      </pc:sldChg>
      <pc:sldChg chg="modSp del">
        <pc:chgData name="Mahesh Chowdary" userId="438a3ffe85f3f198" providerId="Windows Live" clId="Web-{58C24718-870E-460A-BCD0-4C745B0DE452}" dt="2021-07-05T13:57:11.988" v="314"/>
        <pc:sldMkLst>
          <pc:docMk/>
          <pc:sldMk cId="2877926564" sldId="261"/>
        </pc:sldMkLst>
        <pc:spChg chg="mod">
          <ac:chgData name="Mahesh Chowdary" userId="438a3ffe85f3f198" providerId="Windows Live" clId="Web-{58C24718-870E-460A-BCD0-4C745B0DE452}" dt="2021-07-05T13:56:03.673" v="303" actId="20577"/>
          <ac:spMkLst>
            <pc:docMk/>
            <pc:sldMk cId="2877926564" sldId="261"/>
            <ac:spMk id="12" creationId="{00000000-0000-0000-0000-000000000000}"/>
          </ac:spMkLst>
        </pc:spChg>
      </pc:sldChg>
      <pc:sldChg chg="del">
        <pc:chgData name="Mahesh Chowdary" userId="438a3ffe85f3f198" providerId="Windows Live" clId="Web-{58C24718-870E-460A-BCD0-4C745B0DE452}" dt="2021-07-05T14:20:29.019" v="461"/>
        <pc:sldMkLst>
          <pc:docMk/>
          <pc:sldMk cId="4031921677" sldId="262"/>
        </pc:sldMkLst>
      </pc:sldChg>
      <pc:sldChg chg="addSp modSp mod modTransition setBg setClrOvrMap">
        <pc:chgData name="Mahesh Chowdary" userId="438a3ffe85f3f198" providerId="Windows Live" clId="Web-{58C24718-870E-460A-BCD0-4C745B0DE452}" dt="2021-07-05T14:32:47.442" v="532"/>
        <pc:sldMkLst>
          <pc:docMk/>
          <pc:sldMk cId="33367658" sldId="263"/>
        </pc:sldMkLst>
        <pc:spChg chg="mod">
          <ac:chgData name="Mahesh Chowdary" userId="438a3ffe85f3f198" providerId="Windows Live" clId="Web-{58C24718-870E-460A-BCD0-4C745B0DE452}" dt="2021-07-05T13:59:29.350" v="335" actId="1076"/>
          <ac:spMkLst>
            <pc:docMk/>
            <pc:sldMk cId="33367658" sldId="263"/>
            <ac:spMk id="4" creationId="{00000000-0000-0000-0000-000000000000}"/>
          </ac:spMkLst>
        </pc:spChg>
        <pc:spChg chg="mod ord">
          <ac:chgData name="Mahesh Chowdary" userId="438a3ffe85f3f198" providerId="Windows Live" clId="Web-{58C24718-870E-460A-BCD0-4C745B0DE452}" dt="2021-07-05T14:21:53.615" v="472" actId="1076"/>
          <ac:spMkLst>
            <pc:docMk/>
            <pc:sldMk cId="33367658" sldId="263"/>
            <ac:spMk id="12" creationId="{00000000-0000-0000-0000-000000000000}"/>
          </ac:spMkLst>
        </pc:spChg>
        <pc:spChg chg="add">
          <ac:chgData name="Mahesh Chowdary" userId="438a3ffe85f3f198" providerId="Windows Live" clId="Web-{58C24718-870E-460A-BCD0-4C745B0DE452}" dt="2021-07-05T13:58:54.474" v="331"/>
          <ac:spMkLst>
            <pc:docMk/>
            <pc:sldMk cId="33367658" sldId="263"/>
            <ac:spMk id="17" creationId="{9AA72BD9-2C5A-4EDC-931F-5AA08EACA0F3}"/>
          </ac:spMkLst>
        </pc:spChg>
        <pc:spChg chg="add">
          <ac:chgData name="Mahesh Chowdary" userId="438a3ffe85f3f198" providerId="Windows Live" clId="Web-{58C24718-870E-460A-BCD0-4C745B0DE452}" dt="2021-07-05T13:58:54.474" v="331"/>
          <ac:spMkLst>
            <pc:docMk/>
            <pc:sldMk cId="33367658" sldId="263"/>
            <ac:spMk id="19" creationId="{DD3981AC-7B61-4947-BCF3-F7AA7FA385B9}"/>
          </ac:spMkLst>
        </pc:spChg>
        <pc:spChg chg="add">
          <ac:chgData name="Mahesh Chowdary" userId="438a3ffe85f3f198" providerId="Windows Live" clId="Web-{58C24718-870E-460A-BCD0-4C745B0DE452}" dt="2021-07-05T13:58:54.474" v="331"/>
          <ac:spMkLst>
            <pc:docMk/>
            <pc:sldMk cId="33367658" sldId="263"/>
            <ac:spMk id="21" creationId="{55D4142C-5077-457F-A6AD-3FECFDB39685}"/>
          </ac:spMkLst>
        </pc:spChg>
        <pc:spChg chg="add">
          <ac:chgData name="Mahesh Chowdary" userId="438a3ffe85f3f198" providerId="Windows Live" clId="Web-{58C24718-870E-460A-BCD0-4C745B0DE452}" dt="2021-07-05T13:58:54.474" v="331"/>
          <ac:spMkLst>
            <pc:docMk/>
            <pc:sldMk cId="33367658" sldId="263"/>
            <ac:spMk id="23" creationId="{7A5F0580-5EE9-419F-96EE-B6529EF6E7D0}"/>
          </ac:spMkLst>
        </pc:spChg>
        <pc:picChg chg="mod">
          <ac:chgData name="Mahesh Chowdary" userId="438a3ffe85f3f198" providerId="Windows Live" clId="Web-{58C24718-870E-460A-BCD0-4C745B0DE452}" dt="2021-07-05T13:58:54.474" v="331"/>
          <ac:picMkLst>
            <pc:docMk/>
            <pc:sldMk cId="33367658" sldId="263"/>
            <ac:picMk id="6" creationId="{00000000-0000-0000-0000-000000000000}"/>
          </ac:picMkLst>
        </pc:picChg>
      </pc:sldChg>
      <pc:sldChg chg="del">
        <pc:chgData name="Mahesh Chowdary" userId="438a3ffe85f3f198" providerId="Windows Live" clId="Web-{58C24718-870E-460A-BCD0-4C745B0DE452}" dt="2021-07-05T14:23:50.055" v="486"/>
        <pc:sldMkLst>
          <pc:docMk/>
          <pc:sldMk cId="1537834811" sldId="264"/>
        </pc:sldMkLst>
      </pc:sldChg>
      <pc:sldChg chg="del">
        <pc:chgData name="Mahesh Chowdary" userId="438a3ffe85f3f198" providerId="Windows Live" clId="Web-{58C24718-870E-460A-BCD0-4C745B0DE452}" dt="2021-07-05T14:27:21.091" v="510"/>
        <pc:sldMkLst>
          <pc:docMk/>
          <pc:sldMk cId="1855172936" sldId="265"/>
        </pc:sldMkLst>
      </pc:sldChg>
      <pc:sldChg chg="del">
        <pc:chgData name="Mahesh Chowdary" userId="438a3ffe85f3f198" providerId="Windows Live" clId="Web-{58C24718-870E-460A-BCD0-4C745B0DE452}" dt="2021-07-05T14:30:50.549" v="528"/>
        <pc:sldMkLst>
          <pc:docMk/>
          <pc:sldMk cId="178272158" sldId="266"/>
        </pc:sldMkLst>
      </pc:sldChg>
      <pc:sldChg chg="del modTransition">
        <pc:chgData name="Mahesh Chowdary" userId="438a3ffe85f3f198" providerId="Windows Live" clId="Web-{58C24718-870E-460A-BCD0-4C745B0DE452}" dt="2021-07-05T14:37:27.792" v="573"/>
        <pc:sldMkLst>
          <pc:docMk/>
          <pc:sldMk cId="3579560672" sldId="267"/>
        </pc:sldMkLst>
      </pc:sldChg>
      <pc:sldChg chg="del">
        <pc:chgData name="Mahesh Chowdary" userId="438a3ffe85f3f198" providerId="Windows Live" clId="Web-{58C24718-870E-460A-BCD0-4C745B0DE452}" dt="2021-07-05T14:41:34.423" v="595"/>
        <pc:sldMkLst>
          <pc:docMk/>
          <pc:sldMk cId="493668054" sldId="268"/>
        </pc:sldMkLst>
      </pc:sldChg>
      <pc:sldChg chg="modSp addAnim modAnim">
        <pc:chgData name="Mahesh Chowdary" userId="438a3ffe85f3f198" providerId="Windows Live" clId="Web-{58C24718-870E-460A-BCD0-4C745B0DE452}" dt="2021-07-05T14:46:00.960" v="635"/>
        <pc:sldMkLst>
          <pc:docMk/>
          <pc:sldMk cId="1789929749" sldId="269"/>
        </pc:sldMkLst>
        <pc:spChg chg="mod">
          <ac:chgData name="Mahesh Chowdary" userId="438a3ffe85f3f198" providerId="Windows Live" clId="Web-{58C24718-870E-460A-BCD0-4C745B0DE452}" dt="2021-07-05T14:45:56.492" v="633" actId="20577"/>
          <ac:spMkLst>
            <pc:docMk/>
            <pc:sldMk cId="1789929749" sldId="269"/>
            <ac:spMk id="4" creationId="{00000000-0000-0000-0000-000000000000}"/>
          </ac:spMkLst>
        </pc:spChg>
      </pc:sldChg>
      <pc:sldChg chg="modSp addAnim modAnim">
        <pc:chgData name="Mahesh Chowdary" userId="438a3ffe85f3f198" providerId="Windows Live" clId="Web-{58C24718-870E-460A-BCD0-4C745B0DE452}" dt="2021-07-05T14:52:30.376" v="702" actId="20577"/>
        <pc:sldMkLst>
          <pc:docMk/>
          <pc:sldMk cId="2838514485" sldId="270"/>
        </pc:sldMkLst>
        <pc:spChg chg="mod">
          <ac:chgData name="Mahesh Chowdary" userId="438a3ffe85f3f198" providerId="Windows Live" clId="Web-{58C24718-870E-460A-BCD0-4C745B0DE452}" dt="2021-07-05T14:52:30.376" v="702" actId="20577"/>
          <ac:spMkLst>
            <pc:docMk/>
            <pc:sldMk cId="2838514485" sldId="270"/>
            <ac:spMk id="4" creationId="{00000000-0000-0000-0000-000000000000}"/>
          </ac:spMkLst>
        </pc:spChg>
      </pc:sldChg>
      <pc:sldChg chg="modSp addAnim modAnim">
        <pc:chgData name="Mahesh Chowdary" userId="438a3ffe85f3f198" providerId="Windows Live" clId="Web-{58C24718-870E-460A-BCD0-4C745B0DE452}" dt="2021-07-05T14:52:13.906" v="698" actId="1076"/>
        <pc:sldMkLst>
          <pc:docMk/>
          <pc:sldMk cId="1588510021" sldId="271"/>
        </pc:sldMkLst>
        <pc:spChg chg="mod">
          <ac:chgData name="Mahesh Chowdary" userId="438a3ffe85f3f198" providerId="Windows Live" clId="Web-{58C24718-870E-460A-BCD0-4C745B0DE452}" dt="2021-07-05T14:46:46.399" v="649" actId="20577"/>
          <ac:spMkLst>
            <pc:docMk/>
            <pc:sldMk cId="1588510021" sldId="271"/>
            <ac:spMk id="4" creationId="{00000000-0000-0000-0000-000000000000}"/>
          </ac:spMkLst>
        </pc:spChg>
        <pc:spChg chg="mod">
          <ac:chgData name="Mahesh Chowdary" userId="438a3ffe85f3f198" providerId="Windows Live" clId="Web-{58C24718-870E-460A-BCD0-4C745B0DE452}" dt="2021-07-05T14:48:26.636" v="669" actId="1076"/>
          <ac:spMkLst>
            <pc:docMk/>
            <pc:sldMk cId="1588510021" sldId="271"/>
            <ac:spMk id="5" creationId="{00000000-0000-0000-0000-000000000000}"/>
          </ac:spMkLst>
        </pc:spChg>
        <pc:picChg chg="mod">
          <ac:chgData name="Mahesh Chowdary" userId="438a3ffe85f3f198" providerId="Windows Live" clId="Web-{58C24718-870E-460A-BCD0-4C745B0DE452}" dt="2021-07-05T14:52:13.906" v="698" actId="1076"/>
          <ac:picMkLst>
            <pc:docMk/>
            <pc:sldMk cId="1588510021" sldId="271"/>
            <ac:picMk id="6" creationId="{00000000-0000-0000-0000-000000000000}"/>
          </ac:picMkLst>
        </pc:picChg>
      </pc:sldChg>
      <pc:sldChg chg="modSp addAnim modAnim">
        <pc:chgData name="Mahesh Chowdary" userId="438a3ffe85f3f198" providerId="Windows Live" clId="Web-{58C24718-870E-460A-BCD0-4C745B0DE452}" dt="2021-07-05T14:48:17.026" v="668"/>
        <pc:sldMkLst>
          <pc:docMk/>
          <pc:sldMk cId="598835810" sldId="272"/>
        </pc:sldMkLst>
        <pc:spChg chg="mod">
          <ac:chgData name="Mahesh Chowdary" userId="438a3ffe85f3f198" providerId="Windows Live" clId="Web-{58C24718-870E-460A-BCD0-4C745B0DE452}" dt="2021-07-05T14:47:11.493" v="652" actId="20577"/>
          <ac:spMkLst>
            <pc:docMk/>
            <pc:sldMk cId="598835810" sldId="272"/>
            <ac:spMk id="4" creationId="{00000000-0000-0000-0000-000000000000}"/>
          </ac:spMkLst>
        </pc:spChg>
        <pc:spChg chg="mod">
          <ac:chgData name="Mahesh Chowdary" userId="438a3ffe85f3f198" providerId="Windows Live" clId="Web-{58C24718-870E-460A-BCD0-4C745B0DE452}" dt="2021-07-05T14:48:04.291" v="663" actId="1076"/>
          <ac:spMkLst>
            <pc:docMk/>
            <pc:sldMk cId="598835810" sldId="272"/>
            <ac:spMk id="5" creationId="{00000000-0000-0000-0000-000000000000}"/>
          </ac:spMkLst>
        </pc:spChg>
        <pc:picChg chg="mod">
          <ac:chgData name="Mahesh Chowdary" userId="438a3ffe85f3f198" providerId="Windows Live" clId="Web-{58C24718-870E-460A-BCD0-4C745B0DE452}" dt="2021-07-05T14:48:07.541" v="664" actId="1076"/>
          <ac:picMkLst>
            <pc:docMk/>
            <pc:sldMk cId="598835810" sldId="272"/>
            <ac:picMk id="3" creationId="{00000000-0000-0000-0000-000000000000}"/>
          </ac:picMkLst>
        </pc:picChg>
      </pc:sldChg>
      <pc:sldChg chg="modSp modTransition addAnim modAnim">
        <pc:chgData name="Mahesh Chowdary" userId="438a3ffe85f3f198" providerId="Windows Live" clId="Web-{58C24718-870E-460A-BCD0-4C745B0DE452}" dt="2021-07-05T14:50:19.732" v="697"/>
        <pc:sldMkLst>
          <pc:docMk/>
          <pc:sldMk cId="1457745909" sldId="273"/>
        </pc:sldMkLst>
        <pc:spChg chg="mod">
          <ac:chgData name="Mahesh Chowdary" userId="438a3ffe85f3f198" providerId="Windows Live" clId="Web-{58C24718-870E-460A-BCD0-4C745B0DE452}" dt="2021-07-05T14:49:21.449" v="687" actId="20577"/>
          <ac:spMkLst>
            <pc:docMk/>
            <pc:sldMk cId="1457745909" sldId="273"/>
            <ac:spMk id="4" creationId="{00000000-0000-0000-0000-000000000000}"/>
          </ac:spMkLst>
        </pc:spChg>
        <pc:spChg chg="mod">
          <ac:chgData name="Mahesh Chowdary" userId="438a3ffe85f3f198" providerId="Windows Live" clId="Web-{58C24718-870E-460A-BCD0-4C745B0DE452}" dt="2021-07-05T14:49:51.216" v="692" actId="1076"/>
          <ac:spMkLst>
            <pc:docMk/>
            <pc:sldMk cId="1457745909" sldId="273"/>
            <ac:spMk id="5" creationId="{00000000-0000-0000-0000-000000000000}"/>
          </ac:spMkLst>
        </pc:spChg>
      </pc:sldChg>
      <pc:sldChg chg="add del replId">
        <pc:chgData name="Mahesh Chowdary" userId="438a3ffe85f3f198" providerId="Windows Live" clId="Web-{58C24718-870E-460A-BCD0-4C745B0DE452}" dt="2021-07-05T13:46:35.286" v="216"/>
        <pc:sldMkLst>
          <pc:docMk/>
          <pc:sldMk cId="418025458" sldId="274"/>
        </pc:sldMkLst>
      </pc:sldChg>
      <pc:sldChg chg="addSp modSp add del replId addAnim modAnim">
        <pc:chgData name="Mahesh Chowdary" userId="438a3ffe85f3f198" providerId="Windows Live" clId="Web-{58C24718-870E-460A-BCD0-4C745B0DE452}" dt="2021-07-05T14:14:26.574" v="417"/>
        <pc:sldMkLst>
          <pc:docMk/>
          <pc:sldMk cId="4286935008" sldId="274"/>
        </pc:sldMkLst>
        <pc:spChg chg="mod">
          <ac:chgData name="Mahesh Chowdary" userId="438a3ffe85f3f198" providerId="Windows Live" clId="Web-{58C24718-870E-460A-BCD0-4C745B0DE452}" dt="2021-07-05T13:49:57.650" v="252" actId="1076"/>
          <ac:spMkLst>
            <pc:docMk/>
            <pc:sldMk cId="4286935008" sldId="274"/>
            <ac:spMk id="12" creationId="{00000000-0000-0000-0000-000000000000}"/>
          </ac:spMkLst>
        </pc:spChg>
        <pc:picChg chg="add mod">
          <ac:chgData name="Mahesh Chowdary" userId="438a3ffe85f3f198" providerId="Windows Live" clId="Web-{58C24718-870E-460A-BCD0-4C745B0DE452}" dt="2021-07-05T13:51:02.714" v="260" actId="14100"/>
          <ac:picMkLst>
            <pc:docMk/>
            <pc:sldMk cId="4286935008" sldId="274"/>
            <ac:picMk id="3" creationId="{01624982-19DE-421A-98E8-B26F67A320E7}"/>
          </ac:picMkLst>
        </pc:picChg>
      </pc:sldChg>
      <pc:sldChg chg="modSp add replId modTransition addAnim modAnim">
        <pc:chgData name="Mahesh Chowdary" userId="438a3ffe85f3f198" providerId="Windows Live" clId="Web-{58C24718-870E-460A-BCD0-4C745B0DE452}" dt="2021-07-05T14:18:45.236" v="438" actId="1076"/>
        <pc:sldMkLst>
          <pc:docMk/>
          <pc:sldMk cId="3277656326" sldId="275"/>
        </pc:sldMkLst>
        <pc:spChg chg="mod">
          <ac:chgData name="Mahesh Chowdary" userId="438a3ffe85f3f198" providerId="Windows Live" clId="Web-{58C24718-870E-460A-BCD0-4C745B0DE452}" dt="2021-07-05T14:18:45.236" v="438" actId="1076"/>
          <ac:spMkLst>
            <pc:docMk/>
            <pc:sldMk cId="3277656326" sldId="275"/>
            <ac:spMk id="12" creationId="{00000000-0000-0000-0000-000000000000}"/>
          </ac:spMkLst>
        </pc:spChg>
      </pc:sldChg>
      <pc:sldChg chg="addSp modSp add replId modTransition addAnim delAnim modAnim">
        <pc:chgData name="Mahesh Chowdary" userId="438a3ffe85f3f198" providerId="Windows Live" clId="Web-{58C24718-870E-460A-BCD0-4C745B0DE452}" dt="2021-07-05T14:17:05.108" v="425"/>
        <pc:sldMkLst>
          <pc:docMk/>
          <pc:sldMk cId="53983816" sldId="276"/>
        </pc:sldMkLst>
        <pc:spChg chg="mod">
          <ac:chgData name="Mahesh Chowdary" userId="438a3ffe85f3f198" providerId="Windows Live" clId="Web-{58C24718-870E-460A-BCD0-4C745B0DE452}" dt="2021-07-05T14:14:10.870" v="415" actId="1076"/>
          <ac:spMkLst>
            <pc:docMk/>
            <pc:sldMk cId="53983816" sldId="276"/>
            <ac:spMk id="12" creationId="{00000000-0000-0000-0000-000000000000}"/>
          </ac:spMkLst>
        </pc:spChg>
        <pc:picChg chg="add mod">
          <ac:chgData name="Mahesh Chowdary" userId="438a3ffe85f3f198" providerId="Windows Live" clId="Web-{58C24718-870E-460A-BCD0-4C745B0DE452}" dt="2021-07-05T14:14:17.964" v="416" actId="1076"/>
          <ac:picMkLst>
            <pc:docMk/>
            <pc:sldMk cId="53983816" sldId="276"/>
            <ac:picMk id="3" creationId="{0295471D-6770-40DA-A7D0-8895747EC422}"/>
          </ac:picMkLst>
        </pc:picChg>
      </pc:sldChg>
      <pc:sldChg chg="modSp add ord replId modTransition">
        <pc:chgData name="Mahesh Chowdary" userId="438a3ffe85f3f198" providerId="Windows Live" clId="Web-{58C24718-870E-460A-BCD0-4C745B0DE452}" dt="2021-07-05T14:15:33.591" v="418"/>
        <pc:sldMkLst>
          <pc:docMk/>
          <pc:sldMk cId="1812155658" sldId="277"/>
        </pc:sldMkLst>
        <pc:spChg chg="mod">
          <ac:chgData name="Mahesh Chowdary" userId="438a3ffe85f3f198" providerId="Windows Live" clId="Web-{58C24718-870E-460A-BCD0-4C745B0DE452}" dt="2021-07-05T14:07:13.564" v="390" actId="1076"/>
          <ac:spMkLst>
            <pc:docMk/>
            <pc:sldMk cId="1812155658" sldId="277"/>
            <ac:spMk id="12" creationId="{00000000-0000-0000-0000-000000000000}"/>
          </ac:spMkLst>
        </pc:spChg>
      </pc:sldChg>
      <pc:sldChg chg="modSp add replId">
        <pc:chgData name="Mahesh Chowdary" userId="438a3ffe85f3f198" providerId="Windows Live" clId="Web-{58C24718-870E-460A-BCD0-4C745B0DE452}" dt="2021-07-05T14:20:02.550" v="460" actId="1076"/>
        <pc:sldMkLst>
          <pc:docMk/>
          <pc:sldMk cId="1792007329" sldId="278"/>
        </pc:sldMkLst>
        <pc:spChg chg="mod">
          <ac:chgData name="Mahesh Chowdary" userId="438a3ffe85f3f198" providerId="Windows Live" clId="Web-{58C24718-870E-460A-BCD0-4C745B0DE452}" dt="2021-07-05T14:20:02.550" v="460" actId="1076"/>
          <ac:spMkLst>
            <pc:docMk/>
            <pc:sldMk cId="1792007329" sldId="278"/>
            <ac:spMk id="12" creationId="{00000000-0000-0000-0000-000000000000}"/>
          </ac:spMkLst>
        </pc:spChg>
      </pc:sldChg>
      <pc:sldChg chg="modSp add del replId">
        <pc:chgData name="Mahesh Chowdary" userId="438a3ffe85f3f198" providerId="Windows Live" clId="Web-{58C24718-870E-460A-BCD0-4C745B0DE452}" dt="2021-07-05T14:13:32.354" v="411"/>
        <pc:sldMkLst>
          <pc:docMk/>
          <pc:sldMk cId="3574079868" sldId="278"/>
        </pc:sldMkLst>
        <pc:spChg chg="mod">
          <ac:chgData name="Mahesh Chowdary" userId="438a3ffe85f3f198" providerId="Windows Live" clId="Web-{58C24718-870E-460A-BCD0-4C745B0DE452}" dt="2021-07-05T14:10:11.427" v="404" actId="20577"/>
          <ac:spMkLst>
            <pc:docMk/>
            <pc:sldMk cId="3574079868" sldId="278"/>
            <ac:spMk id="12" creationId="{00000000-0000-0000-0000-000000000000}"/>
          </ac:spMkLst>
        </pc:spChg>
      </pc:sldChg>
      <pc:sldChg chg="addSp modSp add replId modTransition addAnim modAnim">
        <pc:chgData name="Mahesh Chowdary" userId="438a3ffe85f3f198" providerId="Windows Live" clId="Web-{58C24718-870E-460A-BCD0-4C745B0DE452}" dt="2021-07-05T14:42:11.002" v="599"/>
        <pc:sldMkLst>
          <pc:docMk/>
          <pc:sldMk cId="3849461144" sldId="279"/>
        </pc:sldMkLst>
        <pc:spChg chg="mod">
          <ac:chgData name="Mahesh Chowdary" userId="438a3ffe85f3f198" providerId="Windows Live" clId="Web-{58C24718-870E-460A-BCD0-4C745B0DE452}" dt="2021-07-05T14:23:32.180" v="483" actId="1076"/>
          <ac:spMkLst>
            <pc:docMk/>
            <pc:sldMk cId="3849461144" sldId="279"/>
            <ac:spMk id="12" creationId="{00000000-0000-0000-0000-000000000000}"/>
          </ac:spMkLst>
        </pc:spChg>
        <pc:picChg chg="add mod">
          <ac:chgData name="Mahesh Chowdary" userId="438a3ffe85f3f198" providerId="Windows Live" clId="Web-{58C24718-870E-460A-BCD0-4C745B0DE452}" dt="2021-07-05T14:24:12.774" v="492" actId="14100"/>
          <ac:picMkLst>
            <pc:docMk/>
            <pc:sldMk cId="3849461144" sldId="279"/>
            <ac:picMk id="2" creationId="{F99590CD-3215-4583-9C1B-00B96F923FA5}"/>
          </ac:picMkLst>
        </pc:picChg>
      </pc:sldChg>
      <pc:sldChg chg="addSp modSp add ord replId modTransition addAnim modAnim">
        <pc:chgData name="Mahesh Chowdary" userId="438a3ffe85f3f198" providerId="Windows Live" clId="Web-{58C24718-870E-460A-BCD0-4C745B0DE452}" dt="2021-07-05T14:42:04.689" v="598"/>
        <pc:sldMkLst>
          <pc:docMk/>
          <pc:sldMk cId="4026208817" sldId="280"/>
        </pc:sldMkLst>
        <pc:spChg chg="mod">
          <ac:chgData name="Mahesh Chowdary" userId="438a3ffe85f3f198" providerId="Windows Live" clId="Web-{58C24718-870E-460A-BCD0-4C745B0DE452}" dt="2021-07-05T14:26:30.199" v="505" actId="1076"/>
          <ac:spMkLst>
            <pc:docMk/>
            <pc:sldMk cId="4026208817" sldId="280"/>
            <ac:spMk id="12" creationId="{00000000-0000-0000-0000-000000000000}"/>
          </ac:spMkLst>
        </pc:spChg>
        <pc:picChg chg="add mod">
          <ac:chgData name="Mahesh Chowdary" userId="438a3ffe85f3f198" providerId="Windows Live" clId="Web-{58C24718-870E-460A-BCD0-4C745B0DE452}" dt="2021-07-05T14:28:44.343" v="517" actId="1076"/>
          <ac:picMkLst>
            <pc:docMk/>
            <pc:sldMk cId="4026208817" sldId="280"/>
            <ac:picMk id="2" creationId="{1E10F1CF-0223-4F2E-B0AB-4DCC92380772}"/>
          </ac:picMkLst>
        </pc:picChg>
      </pc:sldChg>
      <pc:sldChg chg="addSp delSp modSp add replId modTransition addAnim delAnim modAnim">
        <pc:chgData name="Mahesh Chowdary" userId="438a3ffe85f3f198" providerId="Windows Live" clId="Web-{58C24718-870E-460A-BCD0-4C745B0DE452}" dt="2021-07-05T14:38:58.388" v="581"/>
        <pc:sldMkLst>
          <pc:docMk/>
          <pc:sldMk cId="503731475" sldId="281"/>
        </pc:sldMkLst>
        <pc:spChg chg="mod">
          <ac:chgData name="Mahesh Chowdary" userId="438a3ffe85f3f198" providerId="Windows Live" clId="Web-{58C24718-870E-460A-BCD0-4C745B0DE452}" dt="2021-07-05T14:30:28.767" v="527" actId="1076"/>
          <ac:spMkLst>
            <pc:docMk/>
            <pc:sldMk cId="503731475" sldId="281"/>
            <ac:spMk id="12" creationId="{00000000-0000-0000-0000-000000000000}"/>
          </ac:spMkLst>
        </pc:spChg>
        <pc:picChg chg="del">
          <ac:chgData name="Mahesh Chowdary" userId="438a3ffe85f3f198" providerId="Windows Live" clId="Web-{58C24718-870E-460A-BCD0-4C745B0DE452}" dt="2021-07-05T14:29:26.078" v="519"/>
          <ac:picMkLst>
            <pc:docMk/>
            <pc:sldMk cId="503731475" sldId="281"/>
            <ac:picMk id="2" creationId="{1E10F1CF-0223-4F2E-B0AB-4DCC92380772}"/>
          </ac:picMkLst>
        </pc:picChg>
        <pc:picChg chg="add del mod">
          <ac:chgData name="Mahesh Chowdary" userId="438a3ffe85f3f198" providerId="Windows Live" clId="Web-{58C24718-870E-460A-BCD0-4C745B0DE452}" dt="2021-07-05T14:38:54.841" v="580"/>
          <ac:picMkLst>
            <pc:docMk/>
            <pc:sldMk cId="503731475" sldId="281"/>
            <ac:picMk id="3" creationId="{F606382D-532F-41D1-AD90-5B25EEF0B58F}"/>
          </ac:picMkLst>
        </pc:picChg>
      </pc:sldChg>
      <pc:sldChg chg="addSp modSp add replId modTransition addAnim delAnim modAnim">
        <pc:chgData name="Mahesh Chowdary" userId="438a3ffe85f3f198" providerId="Windows Live" clId="Web-{58C24718-870E-460A-BCD0-4C745B0DE452}" dt="2021-07-05T14:41:56.752" v="597"/>
        <pc:sldMkLst>
          <pc:docMk/>
          <pc:sldMk cId="2320903320" sldId="282"/>
        </pc:sldMkLst>
        <pc:spChg chg="add mod">
          <ac:chgData name="Mahesh Chowdary" userId="438a3ffe85f3f198" providerId="Windows Live" clId="Web-{58C24718-870E-460A-BCD0-4C745B0DE452}" dt="2021-07-05T14:36:38.776" v="563" actId="1076"/>
          <ac:spMkLst>
            <pc:docMk/>
            <pc:sldMk cId="2320903320" sldId="282"/>
            <ac:spMk id="2" creationId="{A7E44DDA-1F30-49C5-B337-65DAB042B31B}"/>
          </ac:spMkLst>
        </pc:spChg>
        <pc:spChg chg="mod">
          <ac:chgData name="Mahesh Chowdary" userId="438a3ffe85f3f198" providerId="Windows Live" clId="Web-{58C24718-870E-460A-BCD0-4C745B0DE452}" dt="2021-07-05T14:35:00.274" v="544" actId="20577"/>
          <ac:spMkLst>
            <pc:docMk/>
            <pc:sldMk cId="2320903320" sldId="282"/>
            <ac:spMk id="4" creationId="{00000000-0000-0000-0000-000000000000}"/>
          </ac:spMkLst>
        </pc:spChg>
        <pc:spChg chg="mod">
          <ac:chgData name="Mahesh Chowdary" userId="438a3ffe85f3f198" providerId="Windows Live" clId="Web-{58C24718-870E-460A-BCD0-4C745B0DE452}" dt="2021-07-05T14:34:42.492" v="543" actId="1076"/>
          <ac:spMkLst>
            <pc:docMk/>
            <pc:sldMk cId="2320903320" sldId="282"/>
            <ac:spMk id="12" creationId="{00000000-0000-0000-0000-000000000000}"/>
          </ac:spMkLst>
        </pc:spChg>
        <pc:picChg chg="add">
          <ac:chgData name="Mahesh Chowdary" userId="438a3ffe85f3f198" providerId="Windows Live" clId="Web-{58C24718-870E-460A-BCD0-4C745B0DE452}" dt="2021-07-05T14:38:27.684" v="574"/>
          <ac:picMkLst>
            <pc:docMk/>
            <pc:sldMk cId="2320903320" sldId="282"/>
            <ac:picMk id="3" creationId="{AAAE7DFD-C5A7-4EEC-A90A-E96E8DF1840E}"/>
          </ac:picMkLst>
        </pc:picChg>
      </pc:sldChg>
      <pc:sldChg chg="addSp delSp modSp add replId modTransition addAnim delAnim modAnim">
        <pc:chgData name="Mahesh Chowdary" userId="438a3ffe85f3f198" providerId="Windows Live" clId="Web-{58C24718-870E-460A-BCD0-4C745B0DE452}" dt="2021-07-05T14:41:51.955" v="596"/>
        <pc:sldMkLst>
          <pc:docMk/>
          <pc:sldMk cId="1383551211" sldId="283"/>
        </pc:sldMkLst>
        <pc:spChg chg="mod">
          <ac:chgData name="Mahesh Chowdary" userId="438a3ffe85f3f198" providerId="Windows Live" clId="Web-{58C24718-870E-460A-BCD0-4C745B0DE452}" dt="2021-07-05T14:40:10.077" v="588" actId="1076"/>
          <ac:spMkLst>
            <pc:docMk/>
            <pc:sldMk cId="1383551211" sldId="283"/>
            <ac:spMk id="12" creationId="{00000000-0000-0000-0000-000000000000}"/>
          </ac:spMkLst>
        </pc:spChg>
        <pc:picChg chg="del">
          <ac:chgData name="Mahesh Chowdary" userId="438a3ffe85f3f198" providerId="Windows Live" clId="Web-{58C24718-870E-460A-BCD0-4C745B0DE452}" dt="2021-07-05T14:40:13.015" v="589"/>
          <ac:picMkLst>
            <pc:docMk/>
            <pc:sldMk cId="1383551211" sldId="283"/>
            <ac:picMk id="3" creationId="{AAAE7DFD-C5A7-4EEC-A90A-E96E8DF1840E}"/>
          </ac:picMkLst>
        </pc:picChg>
        <pc:picChg chg="add mod">
          <ac:chgData name="Mahesh Chowdary" userId="438a3ffe85f3f198" providerId="Windows Live" clId="Web-{58C24718-870E-460A-BCD0-4C745B0DE452}" dt="2021-07-05T14:41:09.360" v="592" actId="14100"/>
          <ac:picMkLst>
            <pc:docMk/>
            <pc:sldMk cId="1383551211" sldId="283"/>
            <ac:picMk id="5" creationId="{87F5B1CF-966E-42D5-B191-0D6CF7EF8200}"/>
          </ac:picMkLst>
        </pc:picChg>
      </pc:sldChg>
      <pc:sldChg chg="addSp modSp new mod setBg">
        <pc:chgData name="Mahesh Chowdary" userId="438a3ffe85f3f198" providerId="Windows Live" clId="Web-{58C24718-870E-460A-BCD0-4C745B0DE452}" dt="2021-07-05T14:54:54.769" v="705"/>
        <pc:sldMkLst>
          <pc:docMk/>
          <pc:sldMk cId="865220716" sldId="284"/>
        </pc:sldMkLst>
        <pc:spChg chg="add">
          <ac:chgData name="Mahesh Chowdary" userId="438a3ffe85f3f198" providerId="Windows Live" clId="Web-{58C24718-870E-460A-BCD0-4C745B0DE452}" dt="2021-07-05T14:54:54.769" v="705"/>
          <ac:spMkLst>
            <pc:docMk/>
            <pc:sldMk cId="865220716" sldId="284"/>
            <ac:spMk id="7" creationId="{42A4FC2C-047E-45A5-965D-8E1E3BF09BC6}"/>
          </ac:spMkLst>
        </pc:spChg>
        <pc:picChg chg="add mod">
          <ac:chgData name="Mahesh Chowdary" userId="438a3ffe85f3f198" providerId="Windows Live" clId="Web-{58C24718-870E-460A-BCD0-4C745B0DE452}" dt="2021-07-05T14:54:54.769" v="705"/>
          <ac:picMkLst>
            <pc:docMk/>
            <pc:sldMk cId="865220716" sldId="284"/>
            <ac:picMk id="2" creationId="{8725D386-5C83-430C-A89F-D673A27099DB}"/>
          </ac:picMkLst>
        </pc:picChg>
      </pc:sldChg>
    </pc:docChg>
  </pc:docChgLst>
  <pc:docChgLst>
    <pc:chgData name="Mahesh Chowdary" userId="438a3ffe85f3f198" providerId="Windows Live" clId="Web-{0C9778BA-106D-49CA-9BF2-A3A3F31EB071}"/>
    <pc:docChg chg="modSld">
      <pc:chgData name="Mahesh Chowdary" userId="438a3ffe85f3f198" providerId="Windows Live" clId="Web-{0C9778BA-106D-49CA-9BF2-A3A3F31EB071}" dt="2021-07-12T15:44:07.630" v="14" actId="20577"/>
      <pc:docMkLst>
        <pc:docMk/>
      </pc:docMkLst>
      <pc:sldChg chg="modSp">
        <pc:chgData name="Mahesh Chowdary" userId="438a3ffe85f3f198" providerId="Windows Live" clId="Web-{0C9778BA-106D-49CA-9BF2-A3A3F31EB071}" dt="2021-07-12T15:44:07.630" v="14" actId="20577"/>
        <pc:sldMkLst>
          <pc:docMk/>
          <pc:sldMk cId="1812155658" sldId="277"/>
        </pc:sldMkLst>
        <pc:spChg chg="mod">
          <ac:chgData name="Mahesh Chowdary" userId="438a3ffe85f3f198" providerId="Windows Live" clId="Web-{0C9778BA-106D-49CA-9BF2-A3A3F31EB071}" dt="2021-07-12T15:44:07.630" v="14" actId="20577"/>
          <ac:spMkLst>
            <pc:docMk/>
            <pc:sldMk cId="1812155658" sldId="277"/>
            <ac:spMk id="2" creationId="{3DDD6440-A085-4B0E-90D0-94C5AB087860}"/>
          </ac:spMkLst>
        </pc:spChg>
      </pc:sldChg>
    </pc:docChg>
  </pc:docChgLst>
  <pc:docChgLst>
    <pc:chgData name="Mahesh Chowdary" userId="438a3ffe85f3f198" providerId="Windows Live" clId="Web-{AF8A1D29-F519-4524-B067-20404BB64F40}"/>
    <pc:docChg chg="modSld">
      <pc:chgData name="Mahesh Chowdary" userId="438a3ffe85f3f198" providerId="Windows Live" clId="Web-{AF8A1D29-F519-4524-B067-20404BB64F40}" dt="2021-07-05T14:57:48.483" v="0" actId="20577"/>
      <pc:docMkLst>
        <pc:docMk/>
      </pc:docMkLst>
      <pc:sldChg chg="modSp">
        <pc:chgData name="Mahesh Chowdary" userId="438a3ffe85f3f198" providerId="Windows Live" clId="Web-{AF8A1D29-F519-4524-B067-20404BB64F40}" dt="2021-07-05T14:57:48.483" v="0" actId="20577"/>
        <pc:sldMkLst>
          <pc:docMk/>
          <pc:sldMk cId="1812155658" sldId="277"/>
        </pc:sldMkLst>
        <pc:spChg chg="mod">
          <ac:chgData name="Mahesh Chowdary" userId="438a3ffe85f3f198" providerId="Windows Live" clId="Web-{AF8A1D29-F519-4524-B067-20404BB64F40}" dt="2021-07-05T14:57:48.483" v="0" actId="20577"/>
          <ac:spMkLst>
            <pc:docMk/>
            <pc:sldMk cId="1812155658" sldId="277"/>
            <ac:spMk id="12" creationId="{00000000-0000-0000-0000-000000000000}"/>
          </ac:spMkLst>
        </pc:spChg>
      </pc:sldChg>
    </pc:docChg>
  </pc:docChgLst>
  <pc:docChgLst>
    <pc:chgData name="Mahesh Chowdary" userId="438a3ffe85f3f198" providerId="Windows Live" clId="Web-{04B83C18-E97D-4F3D-83BB-7FA6E095F7AC}"/>
    <pc:docChg chg="modSld">
      <pc:chgData name="Mahesh Chowdary" userId="438a3ffe85f3f198" providerId="Windows Live" clId="Web-{04B83C18-E97D-4F3D-83BB-7FA6E095F7AC}" dt="2021-07-11T14:47:44.247" v="5" actId="20577"/>
      <pc:docMkLst>
        <pc:docMk/>
      </pc:docMkLst>
      <pc:sldChg chg="modSp">
        <pc:chgData name="Mahesh Chowdary" userId="438a3ffe85f3f198" providerId="Windows Live" clId="Web-{04B83C18-E97D-4F3D-83BB-7FA6E095F7AC}" dt="2021-07-11T14:46:45.855" v="1" actId="20577"/>
        <pc:sldMkLst>
          <pc:docMk/>
          <pc:sldMk cId="1021282996" sldId="257"/>
        </pc:sldMkLst>
        <pc:spChg chg="mod">
          <ac:chgData name="Mahesh Chowdary" userId="438a3ffe85f3f198" providerId="Windows Live" clId="Web-{04B83C18-E97D-4F3D-83BB-7FA6E095F7AC}" dt="2021-07-11T14:46:45.855" v="1" actId="20577"/>
          <ac:spMkLst>
            <pc:docMk/>
            <pc:sldMk cId="1021282996" sldId="257"/>
            <ac:spMk id="2" creationId="{3DDD6440-A085-4B0E-90D0-94C5AB087860}"/>
          </ac:spMkLst>
        </pc:spChg>
      </pc:sldChg>
      <pc:sldChg chg="modSp">
        <pc:chgData name="Mahesh Chowdary" userId="438a3ffe85f3f198" providerId="Windows Live" clId="Web-{04B83C18-E97D-4F3D-83BB-7FA6E095F7AC}" dt="2021-07-11T14:47:44.247" v="5" actId="20577"/>
        <pc:sldMkLst>
          <pc:docMk/>
          <pc:sldMk cId="1812155658" sldId="277"/>
        </pc:sldMkLst>
        <pc:spChg chg="mod">
          <ac:chgData name="Mahesh Chowdary" userId="438a3ffe85f3f198" providerId="Windows Live" clId="Web-{04B83C18-E97D-4F3D-83BB-7FA6E095F7AC}" dt="2021-07-11T14:47:44.247" v="5" actId="20577"/>
          <ac:spMkLst>
            <pc:docMk/>
            <pc:sldMk cId="1812155658" sldId="277"/>
            <ac:spMk id="2" creationId="{3DDD6440-A085-4B0E-90D0-94C5AB087860}"/>
          </ac:spMkLst>
        </pc:spChg>
      </pc:sldChg>
    </pc:docChg>
  </pc:docChgLst>
  <pc:docChgLst>
    <pc:chgData name="Mahesh Chowdary" userId="438a3ffe85f3f198" providerId="LiveId" clId="{4C32A0B3-6C00-B746-BD71-3920E0AF82E2}"/>
    <pc:docChg chg="undo custSel modSld">
      <pc:chgData name="Mahesh Chowdary" userId="438a3ffe85f3f198" providerId="LiveId" clId="{4C32A0B3-6C00-B746-BD71-3920E0AF82E2}" dt="2021-07-05T14:56:57.021" v="4"/>
      <pc:docMkLst>
        <pc:docMk/>
      </pc:docMkLst>
      <pc:sldChg chg="modSp">
        <pc:chgData name="Mahesh Chowdary" userId="438a3ffe85f3f198" providerId="LiveId" clId="{4C32A0B3-6C00-B746-BD71-3920E0AF82E2}" dt="2021-07-05T14:56:57.021" v="4"/>
        <pc:sldMkLst>
          <pc:docMk/>
          <pc:sldMk cId="1812155658" sldId="277"/>
        </pc:sldMkLst>
        <pc:spChg chg="mod">
          <ac:chgData name="Mahesh Chowdary" userId="438a3ffe85f3f198" providerId="LiveId" clId="{4C32A0B3-6C00-B746-BD71-3920E0AF82E2}" dt="2021-07-05T14:56:57.021" v="4"/>
          <ac:spMkLst>
            <pc:docMk/>
            <pc:sldMk cId="1812155658" sldId="277"/>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171B659-E68D-4F43-89F3-5CB0F0A35307}" type="datetimeFigureOut">
              <a:rPr lang="en-IN" smtClean="0"/>
              <a:t>12-07-2021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3568976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71B659-E68D-4F43-89F3-5CB0F0A35307}" type="datetimeFigureOut">
              <a:rPr lang="en-IN" smtClean="0"/>
              <a:t>12-07-2021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323515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171B659-E68D-4F43-89F3-5CB0F0A35307}" type="datetimeFigureOut">
              <a:rPr lang="en-IN" smtClean="0"/>
              <a:t>12-07-2021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237435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71B659-E68D-4F43-89F3-5CB0F0A35307}" type="datetimeFigureOut">
              <a:rPr lang="en-IN" smtClean="0"/>
              <a:t>12-07-2021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100507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171B659-E68D-4F43-89F3-5CB0F0A35307}" type="datetimeFigureOut">
              <a:rPr lang="en-IN" smtClean="0"/>
              <a:t>12-07-2021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375502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171B659-E68D-4F43-89F3-5CB0F0A35307}" type="datetimeFigureOut">
              <a:rPr lang="en-IN" smtClean="0"/>
              <a:t>12-07-2021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3532940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71B659-E68D-4F43-89F3-5CB0F0A35307}" type="datetimeFigureOut">
              <a:rPr lang="en-IN" smtClean="0"/>
              <a:t>12-07-2021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2602848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71B659-E68D-4F43-89F3-5CB0F0A35307}" type="datetimeFigureOut">
              <a:rPr lang="en-IN" smtClean="0"/>
              <a:t>12-07-2021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249899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71B659-E68D-4F43-89F3-5CB0F0A35307}" type="datetimeFigureOut">
              <a:rPr lang="en-IN" smtClean="0"/>
              <a:t>12-07-2021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4290884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71B659-E68D-4F43-89F3-5CB0F0A35307}" type="datetimeFigureOut">
              <a:rPr lang="en-IN" smtClean="0"/>
              <a:t>12-07-2021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3271618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71B659-E68D-4F43-89F3-5CB0F0A35307}" type="datetimeFigureOut">
              <a:rPr lang="en-IN" smtClean="0"/>
              <a:t>12-07-2021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961B7-5B3E-4762-BD95-5DB35686B990}" type="slidenum">
              <a:rPr lang="en-IN" smtClean="0"/>
              <a:t>‹#›</a:t>
            </a:fld>
            <a:endParaRPr lang="en-IN"/>
          </a:p>
        </p:txBody>
      </p:sp>
    </p:spTree>
    <p:extLst>
      <p:ext uri="{BB962C8B-B14F-4D97-AF65-F5344CB8AC3E}">
        <p14:creationId xmlns:p14="http://schemas.microsoft.com/office/powerpoint/2010/main" val="154331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1B659-E68D-4F43-89F3-5CB0F0A35307}" type="datetimeFigureOut">
              <a:rPr lang="en-IN" smtClean="0"/>
              <a:t>12-07-2021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0961B7-5B3E-4762-BD95-5DB35686B990}" type="slidenum">
              <a:rPr lang="en-IN" smtClean="0"/>
              <a:t>‹#›</a:t>
            </a:fld>
            <a:endParaRPr lang="en-IN"/>
          </a:p>
        </p:txBody>
      </p:sp>
    </p:spTree>
    <p:extLst>
      <p:ext uri="{BB962C8B-B14F-4D97-AF65-F5344CB8AC3E}">
        <p14:creationId xmlns:p14="http://schemas.microsoft.com/office/powerpoint/2010/main" val="1501008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2" descr="A picture containing text, road, outdoor, sign&#10;&#10;Description automatically generated">
            <a:extLst>
              <a:ext uri="{FF2B5EF4-FFF2-40B4-BE49-F238E27FC236}">
                <a16:creationId xmlns:a16="http://schemas.microsoft.com/office/drawing/2014/main" id="{D51ED912-C69A-4B49-94DF-316C6B174DF5}"/>
              </a:ext>
            </a:extLst>
          </p:cNvPr>
          <p:cNvPicPr>
            <a:picLocks noChangeAspect="1"/>
          </p:cNvPicPr>
          <p:nvPr/>
        </p:nvPicPr>
        <p:blipFill rotWithShape="1">
          <a:blip r:embed="rId2"/>
          <a:srcRect t="25384" r="-118" b="22196"/>
          <a:stretch/>
        </p:blipFill>
        <p:spPr>
          <a:xfrm>
            <a:off x="20" y="1283"/>
            <a:ext cx="12192001" cy="6851112"/>
          </a:xfrm>
          <a:prstGeom prst="rect">
            <a:avLst/>
          </a:prstGeom>
        </p:spPr>
      </p:pic>
      <p:sp>
        <p:nvSpPr>
          <p:cNvPr id="3" name="TextBox 2">
            <a:extLst>
              <a:ext uri="{FF2B5EF4-FFF2-40B4-BE49-F238E27FC236}">
                <a16:creationId xmlns:a16="http://schemas.microsoft.com/office/drawing/2014/main" id="{267D70F0-21D2-495C-B6A5-A5F42C3F691B}"/>
              </a:ext>
            </a:extLst>
          </p:cNvPr>
          <p:cNvSpPr txBox="1"/>
          <p:nvPr/>
        </p:nvSpPr>
        <p:spPr>
          <a:xfrm>
            <a:off x="1417608" y="370360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solidFill>
                  <a:srgbClr val="FFFFFF"/>
                </a:solidFill>
                <a:latin typeface="Sitka Banner"/>
              </a:rPr>
              <a:t>Done by</a:t>
            </a:r>
            <a:endParaRPr lang="en-US" sz="2400" u="sng"/>
          </a:p>
        </p:txBody>
      </p:sp>
      <p:sp>
        <p:nvSpPr>
          <p:cNvPr id="5" name="TextBox 4">
            <a:extLst>
              <a:ext uri="{FF2B5EF4-FFF2-40B4-BE49-F238E27FC236}">
                <a16:creationId xmlns:a16="http://schemas.microsoft.com/office/drawing/2014/main" id="{64A2B06D-DDF3-4DD9-80D2-AB256C133E72}"/>
              </a:ext>
            </a:extLst>
          </p:cNvPr>
          <p:cNvSpPr txBox="1"/>
          <p:nvPr/>
        </p:nvSpPr>
        <p:spPr>
          <a:xfrm>
            <a:off x="1417608" y="4422475"/>
            <a:ext cx="274320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FFFFFF"/>
                </a:solidFill>
                <a:latin typeface="Sitka Banner"/>
                <a:cs typeface="Segoe UI"/>
              </a:rPr>
              <a:t>Maheshkumar  G</a:t>
            </a:r>
            <a:r>
              <a:rPr lang="en-US" sz="2200">
                <a:solidFill>
                  <a:srgbClr val="FFFFFF"/>
                </a:solidFill>
                <a:latin typeface="Sitka Banner"/>
                <a:cs typeface="Segoe UI"/>
              </a:rPr>
              <a:t>​</a:t>
            </a:r>
            <a:r>
              <a:rPr lang="en-US" sz="2200">
                <a:latin typeface="Sitka Banner"/>
                <a:cs typeface="Segoe UI"/>
              </a:rPr>
              <a:t>​</a:t>
            </a:r>
          </a:p>
          <a:p>
            <a:r>
              <a:rPr lang="en-US" sz="2200" b="1">
                <a:solidFill>
                  <a:srgbClr val="FFFFFF"/>
                </a:solidFill>
                <a:latin typeface="Sitka Banner"/>
                <a:cs typeface="Segoe UI"/>
              </a:rPr>
              <a:t>Janardhanan     J</a:t>
            </a:r>
            <a:r>
              <a:rPr lang="en-US" sz="2200">
                <a:solidFill>
                  <a:srgbClr val="FFFFFF"/>
                </a:solidFill>
                <a:latin typeface="Sitka Banner"/>
                <a:cs typeface="Segoe UI"/>
              </a:rPr>
              <a:t>​</a:t>
            </a:r>
            <a:r>
              <a:rPr lang="en-US" sz="2200">
                <a:latin typeface="Sitka Banner"/>
                <a:cs typeface="Segoe UI"/>
              </a:rPr>
              <a:t>​</a:t>
            </a:r>
          </a:p>
          <a:p>
            <a:r>
              <a:rPr lang="en-US" sz="2200" b="1">
                <a:solidFill>
                  <a:srgbClr val="FFFFFF"/>
                </a:solidFill>
                <a:latin typeface="Sitka Banner"/>
                <a:cs typeface="Segoe UI"/>
              </a:rPr>
              <a:t>Janarthanan     B</a:t>
            </a:r>
            <a:r>
              <a:rPr lang="en-US" sz="2200">
                <a:solidFill>
                  <a:srgbClr val="FFFFFF"/>
                </a:solidFill>
                <a:latin typeface="Sitka Banner"/>
                <a:cs typeface="Segoe UI"/>
              </a:rPr>
              <a:t>​</a:t>
            </a:r>
            <a:r>
              <a:rPr lang="en-US" sz="2200">
                <a:latin typeface="Sitka Banner"/>
                <a:cs typeface="Segoe UI"/>
              </a:rPr>
              <a:t>​</a:t>
            </a:r>
          </a:p>
          <a:p>
            <a:r>
              <a:rPr lang="en-US" sz="2200" b="1">
                <a:solidFill>
                  <a:srgbClr val="FFFFFF"/>
                </a:solidFill>
                <a:latin typeface="Sitka Banner"/>
                <a:cs typeface="Segoe UI"/>
              </a:rPr>
              <a:t>Karthikeyan     S</a:t>
            </a:r>
          </a:p>
        </p:txBody>
      </p:sp>
      <p:sp>
        <p:nvSpPr>
          <p:cNvPr id="6" name="TextBox 5">
            <a:extLst>
              <a:ext uri="{FF2B5EF4-FFF2-40B4-BE49-F238E27FC236}">
                <a16:creationId xmlns:a16="http://schemas.microsoft.com/office/drawing/2014/main" id="{BF3A77C4-73B0-48FE-B4EC-008BEE9759E5}"/>
              </a:ext>
            </a:extLst>
          </p:cNvPr>
          <p:cNvSpPr txBox="1"/>
          <p:nvPr/>
        </p:nvSpPr>
        <p:spPr>
          <a:xfrm>
            <a:off x="7125419" y="472440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latin typeface="Sitka Banner"/>
              </a:rPr>
              <a:t>Guided by</a:t>
            </a:r>
            <a:endParaRPr lang="en-US" sz="2400" u="sng"/>
          </a:p>
        </p:txBody>
      </p:sp>
      <p:sp>
        <p:nvSpPr>
          <p:cNvPr id="10" name="TextBox 9">
            <a:extLst>
              <a:ext uri="{FF2B5EF4-FFF2-40B4-BE49-F238E27FC236}">
                <a16:creationId xmlns:a16="http://schemas.microsoft.com/office/drawing/2014/main" id="{A2852F98-073A-44EB-B82C-3F5C4491474E}"/>
              </a:ext>
            </a:extLst>
          </p:cNvPr>
          <p:cNvSpPr txBox="1"/>
          <p:nvPr/>
        </p:nvSpPr>
        <p:spPr>
          <a:xfrm>
            <a:off x="7123621" y="5312075"/>
            <a:ext cx="27432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latin typeface="Sitka Banner"/>
                <a:cs typeface="Calibri"/>
              </a:rPr>
              <a:t>Dr. K. V. Bindu</a:t>
            </a:r>
            <a:endParaRPr lang="en-US" sz="2200" b="1">
              <a:latin typeface="Calibri"/>
              <a:cs typeface="Calibri"/>
            </a:endParaRPr>
          </a:p>
        </p:txBody>
      </p:sp>
    </p:spTree>
    <p:extLst>
      <p:ext uri="{BB962C8B-B14F-4D97-AF65-F5344CB8AC3E}">
        <p14:creationId xmlns:p14="http://schemas.microsoft.com/office/powerpoint/2010/main" val="143407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211" t="9091" r="23078"/>
          <a:stretch/>
        </p:blipFill>
        <p:spPr>
          <a:xfrm>
            <a:off x="3522468" y="10"/>
            <a:ext cx="8669532" cy="6857990"/>
          </a:xfrm>
          <a:prstGeom prst="rect">
            <a:avLst/>
          </a:prstGeom>
        </p:spPr>
      </p:pic>
      <p:sp>
        <p:nvSpPr>
          <p:cNvPr id="34" name="Rectangle 3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DDD6440-A085-4B0E-90D0-94C5AB087860}"/>
              </a:ext>
            </a:extLst>
          </p:cNvPr>
          <p:cNvSpPr txBox="1"/>
          <p:nvPr/>
        </p:nvSpPr>
        <p:spPr>
          <a:xfrm>
            <a:off x="313585" y="931250"/>
            <a:ext cx="4775238" cy="1124712"/>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5500" b="1">
                <a:latin typeface="Sitka Banner"/>
                <a:ea typeface="+mj-ea"/>
                <a:cs typeface="+mj-cs"/>
              </a:rPr>
              <a:t>Introduction</a:t>
            </a:r>
          </a:p>
        </p:txBody>
      </p:sp>
      <p:sp>
        <p:nvSpPr>
          <p:cNvPr id="36" name="Rectangle 3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56717" y="3063111"/>
            <a:ext cx="7622716" cy="3207258"/>
          </a:xfrm>
          <a:prstGeom prst="rect">
            <a:avLst/>
          </a:prstGeom>
        </p:spPr>
        <p:txBody>
          <a:bodyPr vert="horz" lIns="91440" tIns="45720" rIns="91440" bIns="45720" rtlCol="0" anchor="t">
            <a:noAutofit/>
          </a:bodyPr>
          <a:lstStyle/>
          <a:p>
            <a:pPr>
              <a:lnSpc>
                <a:spcPct val="90000"/>
              </a:lnSpc>
              <a:spcAft>
                <a:spcPts val="600"/>
              </a:spcAft>
            </a:pPr>
            <a:r>
              <a:rPr lang="en-US" sz="2200" b="1">
                <a:latin typeface="Arial"/>
                <a:cs typeface="Arial"/>
              </a:rPr>
              <a:t>LDRs or Light Dependent Resistors are very useful especially in light/dark sensor circuits. Normally the resistance of an LDR is very high, sometimes as high as 1000000 ohms, but when they are illuminated with light resistance drops dramatically. Electronic onto sensors are the devices that alter their electrical characteristics, in the presences of visible or invisible light. The best-known devices of this type are the light dependent resistor (LDR), the photo diode and the phototransistors</a:t>
            </a:r>
          </a:p>
        </p:txBody>
      </p:sp>
    </p:spTree>
    <p:extLst>
      <p:ext uri="{BB962C8B-B14F-4D97-AF65-F5344CB8AC3E}">
        <p14:creationId xmlns:p14="http://schemas.microsoft.com/office/powerpoint/2010/main" val="1021282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211" t="9091" r="23078"/>
          <a:stretch/>
        </p:blipFill>
        <p:spPr>
          <a:xfrm>
            <a:off x="3522468" y="10"/>
            <a:ext cx="8669532" cy="6857990"/>
          </a:xfrm>
          <a:prstGeom prst="rect">
            <a:avLst/>
          </a:prstGeom>
        </p:spPr>
      </p:pic>
      <p:sp>
        <p:nvSpPr>
          <p:cNvPr id="34" name="Rectangle 3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DDD6440-A085-4B0E-90D0-94C5AB087860}"/>
              </a:ext>
            </a:extLst>
          </p:cNvPr>
          <p:cNvSpPr txBox="1"/>
          <p:nvPr/>
        </p:nvSpPr>
        <p:spPr>
          <a:xfrm>
            <a:off x="313585" y="931250"/>
            <a:ext cx="4775238" cy="1124712"/>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5500" b="1" dirty="0">
                <a:latin typeface="Sitka Banner"/>
                <a:ea typeface="+mj-ea"/>
                <a:cs typeface="+mj-cs"/>
              </a:rPr>
              <a:t>Introduction</a:t>
            </a:r>
          </a:p>
        </p:txBody>
      </p:sp>
      <p:sp>
        <p:nvSpPr>
          <p:cNvPr id="36" name="Rectangle 3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5" y="2617413"/>
            <a:ext cx="8758527" cy="2819068"/>
          </a:xfrm>
          <a:prstGeom prst="rect">
            <a:avLst/>
          </a:prstGeom>
        </p:spPr>
        <p:txBody>
          <a:bodyPr vert="horz" lIns="91440" tIns="45720" rIns="91440" bIns="45720" rtlCol="0" anchor="t">
            <a:noAutofit/>
          </a:bodyPr>
          <a:lstStyle/>
          <a:p>
            <a:r>
              <a:rPr lang="en-US" sz="1950" b="1">
                <a:latin typeface="Arial"/>
                <a:cs typeface="Arial"/>
              </a:rPr>
              <a:t>Light dependent resistor as the name suggests depends on light for the variation of resistance.</a:t>
            </a:r>
            <a:endParaRPr lang="en-US" sz="1950" b="1">
              <a:latin typeface="Arial"/>
              <a:ea typeface="+mn-lt"/>
              <a:cs typeface="Calibri"/>
            </a:endParaRPr>
          </a:p>
          <a:p>
            <a:endParaRPr lang="en-US" sz="1950" b="1">
              <a:latin typeface="Arial"/>
              <a:ea typeface="+mn-lt"/>
              <a:cs typeface="+mn-lt"/>
            </a:endParaRPr>
          </a:p>
          <a:p>
            <a:r>
              <a:rPr lang="en-US" sz="1950" b="1">
                <a:latin typeface="Arial"/>
                <a:cs typeface="Arial"/>
              </a:rPr>
              <a:t> LDR are made by depositing a film of cadmium </a:t>
            </a:r>
            <a:r>
              <a:rPr lang="en-US" sz="1950" b="1" err="1">
                <a:latin typeface="Arial"/>
                <a:cs typeface="Arial"/>
              </a:rPr>
              <a:t>sulphide</a:t>
            </a:r>
            <a:r>
              <a:rPr lang="en-US" sz="1950" b="1">
                <a:latin typeface="Arial"/>
                <a:cs typeface="Arial"/>
              </a:rPr>
              <a:t> or cadmium selenide on a substrate of ceramic containing no or very few free electrons when not illuminated.</a:t>
            </a:r>
            <a:endParaRPr lang="en-US" sz="1950" b="1">
              <a:latin typeface="Arial"/>
              <a:ea typeface="+mn-lt"/>
              <a:cs typeface="Calibri"/>
            </a:endParaRPr>
          </a:p>
          <a:p>
            <a:endParaRPr lang="en-US" sz="1950" b="1">
              <a:latin typeface="Arial"/>
              <a:ea typeface="+mn-lt"/>
              <a:cs typeface="+mn-lt"/>
            </a:endParaRPr>
          </a:p>
          <a:p>
            <a:r>
              <a:rPr lang="en-US" sz="1950" b="1">
                <a:latin typeface="Arial"/>
                <a:cs typeface="Arial"/>
              </a:rPr>
              <a:t>The longer the strip the more the value of resistance.</a:t>
            </a:r>
            <a:endParaRPr lang="en-US" sz="1950" b="1">
              <a:latin typeface="Arial"/>
              <a:ea typeface="+mn-lt"/>
              <a:cs typeface="Calibri"/>
            </a:endParaRPr>
          </a:p>
          <a:p>
            <a:endParaRPr lang="en-US" sz="1950" b="1">
              <a:latin typeface="Arial"/>
              <a:ea typeface="+mn-lt"/>
              <a:cs typeface="+mn-lt"/>
            </a:endParaRPr>
          </a:p>
          <a:p>
            <a:r>
              <a:rPr lang="en-US" sz="1950" b="1">
                <a:latin typeface="Arial"/>
                <a:cs typeface="Arial"/>
              </a:rPr>
              <a:t> When light falls on the strip, the resistance decreases. In the absence of light the resistance can be in the order of 10K ohm to 15K ohm and is called the dark resistance. Depending on the exposure of light the resistance can fall down to value of 500 ohms.</a:t>
            </a:r>
            <a:endParaRPr lang="en-US" sz="1950" b="1">
              <a:latin typeface="Calibri" panose="020F0502020204030204"/>
              <a:cs typeface="Calibri" panose="020F0502020204030204"/>
            </a:endParaRPr>
          </a:p>
        </p:txBody>
      </p:sp>
    </p:spTree>
    <p:extLst>
      <p:ext uri="{BB962C8B-B14F-4D97-AF65-F5344CB8AC3E}">
        <p14:creationId xmlns:p14="http://schemas.microsoft.com/office/powerpoint/2010/main" val="181215565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211" t="9091" r="23078"/>
          <a:stretch/>
        </p:blipFill>
        <p:spPr>
          <a:xfrm>
            <a:off x="3522468" y="10"/>
            <a:ext cx="8669532" cy="6857990"/>
          </a:xfrm>
          <a:prstGeom prst="rect">
            <a:avLst/>
          </a:prstGeom>
        </p:spPr>
      </p:pic>
      <p:sp>
        <p:nvSpPr>
          <p:cNvPr id="34" name="Rectangle 3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DDD6440-A085-4B0E-90D0-94C5AB087860}"/>
              </a:ext>
            </a:extLst>
          </p:cNvPr>
          <p:cNvSpPr txBox="1"/>
          <p:nvPr/>
        </p:nvSpPr>
        <p:spPr>
          <a:xfrm>
            <a:off x="313585" y="931250"/>
            <a:ext cx="4775238" cy="1124712"/>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5500" b="1">
                <a:latin typeface="Sitka Banner"/>
                <a:ea typeface="+mj-ea"/>
                <a:cs typeface="+mj-cs"/>
              </a:rPr>
              <a:t>Introduction</a:t>
            </a:r>
          </a:p>
        </p:txBody>
      </p:sp>
      <p:sp>
        <p:nvSpPr>
          <p:cNvPr id="36" name="Rectangle 3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85472" y="2603036"/>
            <a:ext cx="6299999" cy="2761559"/>
          </a:xfrm>
          <a:prstGeom prst="rect">
            <a:avLst/>
          </a:prstGeom>
        </p:spPr>
        <p:txBody>
          <a:bodyPr vert="horz" lIns="91440" tIns="45720" rIns="91440" bIns="45720" rtlCol="0" anchor="t">
            <a:noAutofit/>
          </a:bodyPr>
          <a:lstStyle/>
          <a:p>
            <a:r>
              <a:rPr lang="en-US" sz="2000" b="1">
                <a:latin typeface="Arial"/>
                <a:cs typeface="Arial"/>
              </a:rPr>
              <a:t>The power ratings are usually smaller and are </a:t>
            </a:r>
            <a:r>
              <a:rPr lang="en-US" sz="2000" b="1">
                <a:latin typeface="Arial"/>
                <a:ea typeface="+mn-lt"/>
                <a:cs typeface="+mn-lt"/>
              </a:rPr>
              <a:t>in</a:t>
            </a:r>
            <a:r>
              <a:rPr lang="en-US" sz="2000" b="1">
                <a:latin typeface="Arial"/>
                <a:cs typeface="Arial"/>
              </a:rPr>
              <a:t> the range 50mw to 5w. </a:t>
            </a:r>
            <a:endParaRPr lang="en-US" sz="2000" b="1">
              <a:latin typeface="Arial"/>
              <a:ea typeface="+mn-lt"/>
              <a:cs typeface="Arial"/>
            </a:endParaRPr>
          </a:p>
          <a:p>
            <a:endParaRPr lang="en-US" sz="2000" b="1">
              <a:latin typeface="Arial"/>
              <a:ea typeface="+mn-lt"/>
              <a:cs typeface="+mn-lt"/>
            </a:endParaRPr>
          </a:p>
          <a:p>
            <a:r>
              <a:rPr lang="en-US" sz="2000" b="1">
                <a:latin typeface="Arial"/>
                <a:cs typeface="Arial"/>
              </a:rPr>
              <a:t>Though very sensitive to light, the switching time is very high and hence cannot be used for high frequency applications.</a:t>
            </a:r>
            <a:endParaRPr lang="en-US" sz="2000" b="1">
              <a:latin typeface="Arial"/>
              <a:ea typeface="+mn-lt"/>
              <a:cs typeface="Arial"/>
            </a:endParaRPr>
          </a:p>
          <a:p>
            <a:endParaRPr lang="en-US" sz="2000" b="1">
              <a:latin typeface="Arial"/>
              <a:ea typeface="+mn-lt"/>
              <a:cs typeface="+mn-lt"/>
            </a:endParaRPr>
          </a:p>
          <a:p>
            <a:r>
              <a:rPr lang="en-US" sz="2000" b="1">
                <a:latin typeface="Arial"/>
                <a:cs typeface="Arial"/>
              </a:rPr>
              <a:t>They are used in chopper amplifiers. Light dependent resistors are available as discs 0.5cm to 2.5cm.</a:t>
            </a:r>
            <a:endParaRPr lang="en-US" sz="2000" b="1">
              <a:latin typeface="Arial"/>
              <a:ea typeface="+mn-lt"/>
              <a:cs typeface="Arial"/>
            </a:endParaRPr>
          </a:p>
          <a:p>
            <a:endParaRPr lang="en-US" sz="2000" b="1">
              <a:latin typeface="Arial"/>
              <a:ea typeface="+mn-lt"/>
              <a:cs typeface="+mn-lt"/>
            </a:endParaRPr>
          </a:p>
          <a:p>
            <a:r>
              <a:rPr lang="en-US" sz="2000" b="1">
                <a:latin typeface="Arial"/>
                <a:cs typeface="Arial"/>
              </a:rPr>
              <a:t>The resistance rises to several Mega ohms under dark conditions.</a:t>
            </a:r>
          </a:p>
        </p:txBody>
      </p:sp>
      <p:pic>
        <p:nvPicPr>
          <p:cNvPr id="3" name="Picture 3" descr="A picture containing text, furniture, stool, seat&#10;&#10;Description automatically generated">
            <a:extLst>
              <a:ext uri="{FF2B5EF4-FFF2-40B4-BE49-F238E27FC236}">
                <a16:creationId xmlns:a16="http://schemas.microsoft.com/office/drawing/2014/main" id="{0295471D-6770-40DA-A7D0-8895747EC422}"/>
              </a:ext>
            </a:extLst>
          </p:cNvPr>
          <p:cNvPicPr>
            <a:picLocks noChangeAspect="1"/>
          </p:cNvPicPr>
          <p:nvPr/>
        </p:nvPicPr>
        <p:blipFill>
          <a:blip r:embed="rId3"/>
          <a:stretch>
            <a:fillRect/>
          </a:stretch>
        </p:blipFill>
        <p:spPr>
          <a:xfrm>
            <a:off x="6837872" y="1490843"/>
            <a:ext cx="4885426" cy="4221374"/>
          </a:xfrm>
          <a:prstGeom prst="rect">
            <a:avLst/>
          </a:prstGeom>
        </p:spPr>
      </p:pic>
    </p:spTree>
    <p:extLst>
      <p:ext uri="{BB962C8B-B14F-4D97-AF65-F5344CB8AC3E}">
        <p14:creationId xmlns:p14="http://schemas.microsoft.com/office/powerpoint/2010/main" val="539838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11"/>
          <p:cNvSpPr txBox="1"/>
          <p:nvPr/>
        </p:nvSpPr>
        <p:spPr>
          <a:xfrm>
            <a:off x="605507" y="1763312"/>
            <a:ext cx="5494945" cy="4708981"/>
          </a:xfrm>
          <a:prstGeom prst="rect">
            <a:avLst/>
          </a:prstGeom>
          <a:noFill/>
        </p:spPr>
        <p:txBody>
          <a:bodyPr wrap="square" lIns="91440" tIns="45720" rIns="91440" bIns="45720" rtlCol="0" anchor="t">
            <a:spAutoFit/>
          </a:bodyPr>
          <a:lstStyle/>
          <a:p>
            <a:r>
              <a:rPr lang="en-US" sz="2000" b="1">
                <a:solidFill>
                  <a:schemeClr val="bg1"/>
                </a:solidFill>
                <a:latin typeface="Arial"/>
                <a:cs typeface="Arial"/>
              </a:rPr>
              <a:t>When an LDR is brought from a certain illuminating level into total darkness, the resistance does not increase immediately to the dark value.</a:t>
            </a:r>
            <a:endParaRPr lang="en-IN" sz="2000" b="1">
              <a:solidFill>
                <a:schemeClr val="bg1"/>
              </a:solidFill>
              <a:latin typeface="Arial"/>
              <a:cs typeface="Arial"/>
            </a:endParaRPr>
          </a:p>
          <a:p>
            <a:endParaRPr lang="en-US" sz="2000" b="1">
              <a:solidFill>
                <a:schemeClr val="bg1"/>
              </a:solidFill>
              <a:latin typeface="Arial"/>
              <a:cs typeface="Arial"/>
            </a:endParaRPr>
          </a:p>
          <a:p>
            <a:r>
              <a:rPr lang="en-US" sz="2000" b="1">
                <a:solidFill>
                  <a:schemeClr val="bg1"/>
                </a:solidFill>
                <a:latin typeface="Arial"/>
                <a:cs typeface="Arial"/>
              </a:rPr>
              <a:t>The recovery rate is specified in k ohm/second and for current LDR types it is more than 200k ohm/second. The recovery rate is much greater in the reverse direction,</a:t>
            </a:r>
            <a:endParaRPr lang="en-IN" sz="2000" b="1">
              <a:solidFill>
                <a:schemeClr val="bg1"/>
              </a:solidFill>
              <a:latin typeface="Arial"/>
              <a:cs typeface="Arial"/>
            </a:endParaRPr>
          </a:p>
          <a:p>
            <a:endParaRPr lang="en-US" sz="2000" b="1">
              <a:solidFill>
                <a:schemeClr val="bg1"/>
              </a:solidFill>
              <a:latin typeface="Arial"/>
              <a:cs typeface="Arial"/>
            </a:endParaRPr>
          </a:p>
          <a:p>
            <a:r>
              <a:rPr lang="en-US" sz="2000" b="1">
                <a:solidFill>
                  <a:schemeClr val="bg1"/>
                </a:solidFill>
                <a:latin typeface="Arial"/>
                <a:cs typeface="Arial"/>
              </a:rPr>
              <a:t> e.g. going from darkness to illumination level of 300 lux, it takes less than 10ms to reach a resistance which corresponds with a light level of 400 lux.</a:t>
            </a:r>
            <a:endParaRPr lang="en-IN" sz="2000" b="1">
              <a:solidFill>
                <a:schemeClr val="bg1"/>
              </a:solidFill>
              <a:latin typeface="Arial"/>
              <a:cs typeface="Arial"/>
            </a:endParaRPr>
          </a:p>
        </p:txBody>
      </p:sp>
      <p:sp>
        <p:nvSpPr>
          <p:cNvPr id="4" name="TextBox 3"/>
          <p:cNvSpPr txBox="1"/>
          <p:nvPr/>
        </p:nvSpPr>
        <p:spPr>
          <a:xfrm>
            <a:off x="251379" y="434515"/>
            <a:ext cx="4621689" cy="861774"/>
          </a:xfrm>
          <a:prstGeom prst="rect">
            <a:avLst/>
          </a:prstGeom>
          <a:noFill/>
        </p:spPr>
        <p:txBody>
          <a:bodyPr wrap="square" lIns="91440" tIns="45720" rIns="91440" bIns="45720" rtlCol="0" anchor="t">
            <a:spAutoFit/>
          </a:bodyPr>
          <a:lstStyle/>
          <a:p>
            <a:pPr algn="ctr"/>
            <a:r>
              <a:rPr lang="en-IN" sz="5000" b="1" u="sng">
                <a:solidFill>
                  <a:schemeClr val="bg1"/>
                </a:solidFill>
                <a:latin typeface="Sitka Banner"/>
              </a:rPr>
              <a:t>Recovery Rate</a:t>
            </a:r>
            <a:endParaRPr lang="en-US" sz="5000">
              <a:solidFill>
                <a:schemeClr val="bg1"/>
              </a:solidFill>
              <a:latin typeface="Sitka Banner"/>
            </a:endParaRPr>
          </a:p>
        </p:txBody>
      </p:sp>
    </p:spTree>
    <p:extLst>
      <p:ext uri="{BB962C8B-B14F-4D97-AF65-F5344CB8AC3E}">
        <p14:creationId xmlns:p14="http://schemas.microsoft.com/office/powerpoint/2010/main" val="214855679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11"/>
          <p:cNvSpPr txBox="1"/>
          <p:nvPr/>
        </p:nvSpPr>
        <p:spPr>
          <a:xfrm>
            <a:off x="734903" y="2180255"/>
            <a:ext cx="5437435" cy="3785652"/>
          </a:xfrm>
          <a:prstGeom prst="rect">
            <a:avLst/>
          </a:prstGeom>
          <a:noFill/>
        </p:spPr>
        <p:txBody>
          <a:bodyPr wrap="square" lIns="91440" tIns="45720" rIns="91440" bIns="45720" rtlCol="0" anchor="t">
            <a:spAutoFit/>
          </a:bodyPr>
          <a:lstStyle/>
          <a:p>
            <a:r>
              <a:rPr lang="en-US" sz="2400" b="1" i="1">
                <a:solidFill>
                  <a:schemeClr val="bg1"/>
                </a:solidFill>
                <a:latin typeface="Arial"/>
                <a:ea typeface="+mn-lt"/>
                <a:cs typeface="+mn-lt"/>
              </a:rPr>
              <a:t>A LDR may be connected either way round and no special precautions are required when soldering.</a:t>
            </a:r>
            <a:endParaRPr lang="en-US" sz="2400">
              <a:solidFill>
                <a:schemeClr val="bg1"/>
              </a:solidFill>
              <a:latin typeface="Arial"/>
              <a:ea typeface="+mn-lt"/>
              <a:cs typeface="+mn-lt"/>
            </a:endParaRPr>
          </a:p>
          <a:p>
            <a:endParaRPr lang="en-US" sz="2400">
              <a:latin typeface="Arial"/>
              <a:ea typeface="+mn-lt"/>
              <a:cs typeface="+mn-lt"/>
            </a:endParaRPr>
          </a:p>
          <a:p>
            <a:r>
              <a:rPr lang="en-US" sz="2400" b="1" i="1">
                <a:solidFill>
                  <a:schemeClr val="bg1"/>
                </a:solidFill>
                <a:latin typeface="Arial"/>
                <a:ea typeface="+mn-lt"/>
                <a:cs typeface="+mn-lt"/>
              </a:rPr>
              <a:t>Darkness: Maximum resistance, about 1m ohm.</a:t>
            </a:r>
            <a:endParaRPr lang="en-US" sz="2400">
              <a:solidFill>
                <a:schemeClr val="bg1"/>
              </a:solidFill>
              <a:latin typeface="Arial"/>
              <a:ea typeface="+mn-lt"/>
              <a:cs typeface="+mn-lt"/>
            </a:endParaRPr>
          </a:p>
          <a:p>
            <a:endParaRPr lang="en-US" sz="2400">
              <a:latin typeface="Arial"/>
              <a:ea typeface="+mn-lt"/>
              <a:cs typeface="+mn-lt"/>
            </a:endParaRPr>
          </a:p>
          <a:p>
            <a:r>
              <a:rPr lang="en-US" sz="2400" b="1" i="1">
                <a:solidFill>
                  <a:schemeClr val="bg1"/>
                </a:solidFill>
                <a:latin typeface="Arial"/>
                <a:ea typeface="+mn-lt"/>
                <a:cs typeface="+mn-lt"/>
              </a:rPr>
              <a:t>Very bright light: Minimum resistance, about 100 ohm.</a:t>
            </a:r>
            <a:endParaRPr lang="en-US" sz="2400">
              <a:solidFill>
                <a:schemeClr val="bg1"/>
              </a:solidFill>
              <a:latin typeface="Arial"/>
            </a:endParaRPr>
          </a:p>
        </p:txBody>
      </p:sp>
      <p:sp>
        <p:nvSpPr>
          <p:cNvPr id="4" name="TextBox 3"/>
          <p:cNvSpPr txBox="1"/>
          <p:nvPr/>
        </p:nvSpPr>
        <p:spPr>
          <a:xfrm>
            <a:off x="251379" y="434515"/>
            <a:ext cx="4621689" cy="861774"/>
          </a:xfrm>
          <a:prstGeom prst="rect">
            <a:avLst/>
          </a:prstGeom>
          <a:noFill/>
        </p:spPr>
        <p:txBody>
          <a:bodyPr wrap="square" lIns="91440" tIns="45720" rIns="91440" bIns="45720" rtlCol="0" anchor="t">
            <a:spAutoFit/>
          </a:bodyPr>
          <a:lstStyle/>
          <a:p>
            <a:pPr algn="ctr"/>
            <a:r>
              <a:rPr lang="en-IN" sz="5000" b="1" u="sng">
                <a:solidFill>
                  <a:schemeClr val="bg1"/>
                </a:solidFill>
                <a:latin typeface="Sitka Banner"/>
              </a:rPr>
              <a:t>Recovery Rate</a:t>
            </a:r>
            <a:endParaRPr lang="en-US" sz="5000">
              <a:solidFill>
                <a:schemeClr val="bg1"/>
              </a:solidFill>
              <a:latin typeface="Sitka Banner"/>
            </a:endParaRPr>
          </a:p>
        </p:txBody>
      </p:sp>
    </p:spTree>
    <p:extLst>
      <p:ext uri="{BB962C8B-B14F-4D97-AF65-F5344CB8AC3E}">
        <p14:creationId xmlns:p14="http://schemas.microsoft.com/office/powerpoint/2010/main" val="327765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11"/>
          <p:cNvSpPr txBox="1"/>
          <p:nvPr/>
        </p:nvSpPr>
        <p:spPr>
          <a:xfrm>
            <a:off x="663016" y="1619538"/>
            <a:ext cx="5437435" cy="4893647"/>
          </a:xfrm>
          <a:prstGeom prst="rect">
            <a:avLst/>
          </a:prstGeom>
          <a:noFill/>
        </p:spPr>
        <p:txBody>
          <a:bodyPr wrap="square" lIns="91440" tIns="45720" rIns="91440" bIns="45720" rtlCol="0" anchor="t">
            <a:spAutoFit/>
          </a:bodyPr>
          <a:lstStyle/>
          <a:p>
            <a:r>
              <a:rPr lang="en-US" sz="2400" b="1" i="1">
                <a:solidFill>
                  <a:schemeClr val="bg1"/>
                </a:solidFill>
                <a:ea typeface="+mn-lt"/>
                <a:cs typeface="+mn-lt"/>
              </a:rPr>
              <a:t>The LDR is a variable resistor whose resistance decreases with the increase in light intensity. Two cadmium </a:t>
            </a:r>
            <a:r>
              <a:rPr lang="en-US" sz="2400" b="1" i="1" err="1">
                <a:solidFill>
                  <a:schemeClr val="bg1"/>
                </a:solidFill>
                <a:ea typeface="+mn-lt"/>
                <a:cs typeface="+mn-lt"/>
              </a:rPr>
              <a:t>sulphide</a:t>
            </a:r>
            <a:r>
              <a:rPr lang="en-US" sz="2400" b="1" i="1">
                <a:solidFill>
                  <a:schemeClr val="bg1"/>
                </a:solidFill>
                <a:ea typeface="+mn-lt"/>
                <a:cs typeface="+mn-lt"/>
              </a:rPr>
              <a:t> (</a:t>
            </a:r>
            <a:r>
              <a:rPr lang="en-US" sz="2400" b="1" i="1" err="1">
                <a:solidFill>
                  <a:schemeClr val="bg1"/>
                </a:solidFill>
                <a:ea typeface="+mn-lt"/>
                <a:cs typeface="+mn-lt"/>
              </a:rPr>
              <a:t>cds</a:t>
            </a:r>
            <a:r>
              <a:rPr lang="en-US" sz="2400" b="1" i="1">
                <a:solidFill>
                  <a:schemeClr val="bg1"/>
                </a:solidFill>
                <a:ea typeface="+mn-lt"/>
                <a:cs typeface="+mn-lt"/>
              </a:rPr>
              <a:t>) photoconductive cells with spectral response similar to that of the human eye. The cell resistance falls with increasing light intensity. some of its features:</a:t>
            </a:r>
            <a:endParaRPr lang="en-US" sz="2400">
              <a:solidFill>
                <a:schemeClr val="bg1"/>
              </a:solidFill>
              <a:ea typeface="+mn-lt"/>
              <a:cs typeface="+mn-lt"/>
            </a:endParaRPr>
          </a:p>
          <a:p>
            <a:endParaRPr lang="en-US" sz="2400">
              <a:ea typeface="+mn-lt"/>
              <a:cs typeface="+mn-lt"/>
            </a:endParaRPr>
          </a:p>
          <a:p>
            <a:pPr marL="342900" indent="-342900">
              <a:buFont typeface="Wingdings"/>
              <a:buChar char="Ø"/>
            </a:pPr>
            <a:r>
              <a:rPr lang="en-US" sz="2400" b="1" i="1">
                <a:solidFill>
                  <a:schemeClr val="bg1"/>
                </a:solidFill>
                <a:ea typeface="+mn-lt"/>
                <a:cs typeface="+mn-lt"/>
              </a:rPr>
              <a:t> High reliability.</a:t>
            </a:r>
            <a:endParaRPr lang="en-US" sz="2400">
              <a:solidFill>
                <a:schemeClr val="bg1"/>
              </a:solidFill>
              <a:ea typeface="+mn-lt"/>
              <a:cs typeface="+mn-lt"/>
            </a:endParaRPr>
          </a:p>
          <a:p>
            <a:pPr marL="342900" indent="-342900">
              <a:buFont typeface="Wingdings"/>
              <a:buChar char="Ø"/>
            </a:pPr>
            <a:r>
              <a:rPr lang="en-US" sz="2400" b="1" i="1">
                <a:solidFill>
                  <a:schemeClr val="bg1"/>
                </a:solidFill>
                <a:ea typeface="+mn-lt"/>
                <a:cs typeface="+mn-lt"/>
              </a:rPr>
              <a:t> Light weight.</a:t>
            </a:r>
            <a:endParaRPr lang="en-US" sz="2400">
              <a:solidFill>
                <a:schemeClr val="bg1"/>
              </a:solidFill>
              <a:ea typeface="+mn-lt"/>
              <a:cs typeface="+mn-lt"/>
            </a:endParaRPr>
          </a:p>
          <a:p>
            <a:pPr marL="342900" indent="-342900">
              <a:buFont typeface="Wingdings"/>
              <a:buChar char="Ø"/>
            </a:pPr>
            <a:r>
              <a:rPr lang="en-US" sz="2400" b="1" i="1">
                <a:solidFill>
                  <a:schemeClr val="bg1"/>
                </a:solidFill>
                <a:ea typeface="+mn-lt"/>
                <a:cs typeface="+mn-lt"/>
              </a:rPr>
              <a:t>Wide spectral response.</a:t>
            </a:r>
            <a:endParaRPr lang="en-US">
              <a:solidFill>
                <a:schemeClr val="bg1"/>
              </a:solidFill>
              <a:ea typeface="+mn-lt"/>
              <a:cs typeface="+mn-lt"/>
            </a:endParaRPr>
          </a:p>
          <a:p>
            <a:pPr marL="342900" indent="-342900">
              <a:buFont typeface="Wingdings"/>
              <a:buChar char="Ø"/>
            </a:pPr>
            <a:r>
              <a:rPr lang="en-US" sz="2400" b="1" i="1">
                <a:solidFill>
                  <a:schemeClr val="bg1"/>
                </a:solidFill>
                <a:ea typeface="+mn-lt"/>
                <a:cs typeface="+mn-lt"/>
              </a:rPr>
              <a:t>Wide ambient temperature range.</a:t>
            </a:r>
            <a:endParaRPr lang="en-US">
              <a:solidFill>
                <a:schemeClr val="bg1"/>
              </a:solidFill>
              <a:ea typeface="+mn-lt"/>
              <a:cs typeface="+mn-lt"/>
            </a:endParaRPr>
          </a:p>
        </p:txBody>
      </p:sp>
      <p:sp>
        <p:nvSpPr>
          <p:cNvPr id="4" name="TextBox 3"/>
          <p:cNvSpPr txBox="1"/>
          <p:nvPr/>
        </p:nvSpPr>
        <p:spPr>
          <a:xfrm>
            <a:off x="251379" y="434515"/>
            <a:ext cx="4621689" cy="861774"/>
          </a:xfrm>
          <a:prstGeom prst="rect">
            <a:avLst/>
          </a:prstGeom>
          <a:noFill/>
        </p:spPr>
        <p:txBody>
          <a:bodyPr wrap="square" lIns="91440" tIns="45720" rIns="91440" bIns="45720" rtlCol="0" anchor="t">
            <a:spAutoFit/>
          </a:bodyPr>
          <a:lstStyle/>
          <a:p>
            <a:pPr algn="ctr"/>
            <a:r>
              <a:rPr lang="en-IN" sz="5000" b="1" u="sng">
                <a:solidFill>
                  <a:schemeClr val="bg1"/>
                </a:solidFill>
                <a:latin typeface="Sitka Banner"/>
              </a:rPr>
              <a:t>Recovery Rate</a:t>
            </a:r>
            <a:endParaRPr lang="en-US" sz="5000">
              <a:solidFill>
                <a:schemeClr val="bg1"/>
              </a:solidFill>
              <a:latin typeface="Sitka Banner"/>
            </a:endParaRPr>
          </a:p>
        </p:txBody>
      </p:sp>
    </p:spTree>
    <p:extLst>
      <p:ext uri="{BB962C8B-B14F-4D97-AF65-F5344CB8AC3E}">
        <p14:creationId xmlns:p14="http://schemas.microsoft.com/office/powerpoint/2010/main" val="179200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5000" b="1" u="sng">
                <a:latin typeface="Sitka Banner"/>
                <a:ea typeface="+mj-ea"/>
                <a:cs typeface="+mj-cs"/>
              </a:rPr>
              <a:t>Micro Controller</a:t>
            </a:r>
            <a:endParaRPr lang="en-US" sz="5000">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2775564"/>
            <a:ext cx="5523622" cy="3782351"/>
          </a:xfrm>
          <a:prstGeom prst="rect">
            <a:avLst/>
          </a:prstGeom>
        </p:spPr>
        <p:txBody>
          <a:bodyPr vert="horz" lIns="91440" tIns="45720" rIns="91440" bIns="45720" rtlCol="0" anchor="t">
            <a:normAutofit lnSpcReduction="10000"/>
          </a:bodyPr>
          <a:lstStyle/>
          <a:p>
            <a:pPr>
              <a:lnSpc>
                <a:spcPct val="90000"/>
              </a:lnSpc>
              <a:spcAft>
                <a:spcPts val="600"/>
              </a:spcAft>
            </a:pPr>
            <a:r>
              <a:rPr lang="en-US" sz="2200" b="1" i="1">
                <a:latin typeface="Arial"/>
                <a:cs typeface="Arial"/>
              </a:rPr>
              <a:t>This section provides an introduction to most common word in the embedded system “microcontroller”. </a:t>
            </a:r>
            <a:endParaRPr lang="en-US" sz="2200">
              <a:latin typeface="Arial"/>
              <a:cs typeface="Calibri"/>
            </a:endParaRPr>
          </a:p>
          <a:p>
            <a:pPr>
              <a:lnSpc>
                <a:spcPct val="90000"/>
              </a:lnSpc>
              <a:spcAft>
                <a:spcPts val="600"/>
              </a:spcAft>
            </a:pPr>
            <a:endParaRPr lang="en-US" sz="2200" b="1" i="1">
              <a:latin typeface="Arial"/>
              <a:cs typeface="Calibri"/>
            </a:endParaRPr>
          </a:p>
          <a:p>
            <a:pPr>
              <a:lnSpc>
                <a:spcPct val="90000"/>
              </a:lnSpc>
              <a:spcAft>
                <a:spcPts val="600"/>
              </a:spcAft>
            </a:pPr>
            <a:r>
              <a:rPr lang="en-US" sz="2200" b="1" i="1">
                <a:latin typeface="Arial"/>
                <a:cs typeface="Arial"/>
              </a:rPr>
              <a:t>It is written to familiarize you with microcontroller terminology and basic microcontroller architecture.</a:t>
            </a:r>
            <a:endParaRPr lang="en-US" sz="2200">
              <a:latin typeface="Arial"/>
              <a:cs typeface="Calibri"/>
            </a:endParaRPr>
          </a:p>
          <a:p>
            <a:pPr>
              <a:lnSpc>
                <a:spcPct val="90000"/>
              </a:lnSpc>
              <a:spcAft>
                <a:spcPts val="600"/>
              </a:spcAft>
            </a:pPr>
            <a:endParaRPr lang="en-US" sz="2200" b="1" i="1">
              <a:latin typeface="Arial"/>
              <a:cs typeface="Calibri"/>
            </a:endParaRPr>
          </a:p>
          <a:p>
            <a:pPr>
              <a:lnSpc>
                <a:spcPct val="90000"/>
              </a:lnSpc>
              <a:spcAft>
                <a:spcPts val="600"/>
              </a:spcAft>
            </a:pPr>
            <a:r>
              <a:rPr lang="en-US" sz="2200" b="1" i="1">
                <a:latin typeface="Arial"/>
                <a:cs typeface="Arial"/>
              </a:rPr>
              <a:t> A microcontroller is a single chip, self-contained computer which incorporates all the basic components of a personal computer on a much smaller scale.</a:t>
            </a:r>
            <a:endParaRPr lang="en-US" sz="2200">
              <a:latin typeface="Calibri"/>
              <a:cs typeface="Calibri"/>
            </a:endParaRPr>
          </a:p>
        </p:txBody>
      </p:sp>
    </p:spTree>
    <p:extLst>
      <p:ext uri="{BB962C8B-B14F-4D97-AF65-F5344CB8AC3E}">
        <p14:creationId xmlns:p14="http://schemas.microsoft.com/office/powerpoint/2010/main" val="33367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5000" b="1" u="sng">
                <a:latin typeface="Sitka Banner"/>
                <a:ea typeface="+mj-ea"/>
                <a:cs typeface="+mj-cs"/>
              </a:rPr>
              <a:t>Micro Controller</a:t>
            </a:r>
            <a:endParaRPr lang="en-US" sz="5000">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3077489"/>
            <a:ext cx="6299999" cy="3782351"/>
          </a:xfrm>
          <a:prstGeom prst="rect">
            <a:avLst/>
          </a:prstGeom>
        </p:spPr>
        <p:txBody>
          <a:bodyPr vert="horz" lIns="91440" tIns="45720" rIns="91440" bIns="45720" rtlCol="0" anchor="t">
            <a:noAutofit/>
          </a:bodyPr>
          <a:lstStyle/>
          <a:p>
            <a:pPr>
              <a:lnSpc>
                <a:spcPct val="90000"/>
              </a:lnSpc>
              <a:spcAft>
                <a:spcPts val="600"/>
              </a:spcAft>
            </a:pPr>
            <a:r>
              <a:rPr lang="en-US" sz="2400" b="1" i="1">
                <a:latin typeface="Arial"/>
                <a:ea typeface="+mn-lt"/>
                <a:cs typeface="+mn-lt"/>
              </a:rPr>
              <a:t>Microcontrollers are often referred to as single chip devices or single chip computers. The main consequence of the microcontroller’s small size is that its resources are far more limited than those of a desktop personal computer. In functional terms, a microcontroller is a programmable single chip which controls a process or system.</a:t>
            </a:r>
            <a:endParaRPr lang="en-US" sz="2400">
              <a:latin typeface="Arial"/>
            </a:endParaRPr>
          </a:p>
        </p:txBody>
      </p:sp>
      <p:pic>
        <p:nvPicPr>
          <p:cNvPr id="2" name="Picture 2" descr="A picture containing diagram&#10;&#10;Description automatically generated">
            <a:extLst>
              <a:ext uri="{FF2B5EF4-FFF2-40B4-BE49-F238E27FC236}">
                <a16:creationId xmlns:a16="http://schemas.microsoft.com/office/drawing/2014/main" id="{F99590CD-3215-4583-9C1B-00B96F923FA5}"/>
              </a:ext>
            </a:extLst>
          </p:cNvPr>
          <p:cNvPicPr>
            <a:picLocks noChangeAspect="1"/>
          </p:cNvPicPr>
          <p:nvPr/>
        </p:nvPicPr>
        <p:blipFill>
          <a:blip r:embed="rId3"/>
          <a:stretch>
            <a:fillRect/>
          </a:stretch>
        </p:blipFill>
        <p:spPr>
          <a:xfrm>
            <a:off x="7111042" y="1894032"/>
            <a:ext cx="4209690" cy="3486880"/>
          </a:xfrm>
          <a:prstGeom prst="rect">
            <a:avLst/>
          </a:prstGeom>
        </p:spPr>
      </p:pic>
    </p:spTree>
    <p:extLst>
      <p:ext uri="{BB962C8B-B14F-4D97-AF65-F5344CB8AC3E}">
        <p14:creationId xmlns:p14="http://schemas.microsoft.com/office/powerpoint/2010/main" val="38494611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5000" b="1" u="sng">
                <a:latin typeface="Sitka Banner"/>
                <a:ea typeface="+mj-ea"/>
                <a:cs typeface="+mj-cs"/>
              </a:rPr>
              <a:t>Micro Controller</a:t>
            </a:r>
            <a:endParaRPr lang="en-US" sz="5000">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2890583"/>
            <a:ext cx="5983697" cy="3782351"/>
          </a:xfrm>
          <a:prstGeom prst="rect">
            <a:avLst/>
          </a:prstGeom>
        </p:spPr>
        <p:txBody>
          <a:bodyPr vert="horz" lIns="91440" tIns="45720" rIns="91440" bIns="45720" rtlCol="0" anchor="t">
            <a:noAutofit/>
          </a:bodyPr>
          <a:lstStyle/>
          <a:p>
            <a:pPr>
              <a:lnSpc>
                <a:spcPct val="90000"/>
              </a:lnSpc>
              <a:spcAft>
                <a:spcPts val="600"/>
              </a:spcAft>
            </a:pPr>
            <a:r>
              <a:rPr lang="en-US" sz="2500" b="1" i="1">
                <a:latin typeface="Arial"/>
                <a:ea typeface="+mn-lt"/>
                <a:cs typeface="+mn-lt"/>
              </a:rPr>
              <a:t>Microcontrollers are typically used as embedded controllers where they control part of a very larger system such as an appliance, automobile, scientific instrument or a computer peripheral. Microcontrollers are designed to be low cost solutions; therefore using them can drastically reduce part and design costs for a project.</a:t>
            </a:r>
            <a:endParaRPr lang="en-US" sz="2500">
              <a:latin typeface="Arial"/>
              <a:ea typeface="+mn-lt"/>
              <a:cs typeface="+mn-lt"/>
            </a:endParaRPr>
          </a:p>
        </p:txBody>
      </p:sp>
      <p:pic>
        <p:nvPicPr>
          <p:cNvPr id="2" name="Picture 1" descr="A picture containing electronics, circuit&#10;&#10;Description automatically generated">
            <a:extLst>
              <a:ext uri="{FF2B5EF4-FFF2-40B4-BE49-F238E27FC236}">
                <a16:creationId xmlns:a16="http://schemas.microsoft.com/office/drawing/2014/main" id="{1E10F1CF-0223-4F2E-B0AB-4DCC92380772}"/>
              </a:ext>
            </a:extLst>
          </p:cNvPr>
          <p:cNvPicPr>
            <a:picLocks noChangeAspect="1"/>
          </p:cNvPicPr>
          <p:nvPr/>
        </p:nvPicPr>
        <p:blipFill>
          <a:blip r:embed="rId3"/>
          <a:stretch>
            <a:fillRect/>
          </a:stretch>
        </p:blipFill>
        <p:spPr>
          <a:xfrm>
            <a:off x="6627188" y="2000995"/>
            <a:ext cx="4779678" cy="3689897"/>
          </a:xfrm>
          <a:prstGeom prst="rect">
            <a:avLst/>
          </a:prstGeom>
        </p:spPr>
      </p:pic>
    </p:spTree>
    <p:extLst>
      <p:ext uri="{BB962C8B-B14F-4D97-AF65-F5344CB8AC3E}">
        <p14:creationId xmlns:p14="http://schemas.microsoft.com/office/powerpoint/2010/main" val="4026208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5000" b="1" u="sng">
                <a:latin typeface="Sitka Banner"/>
                <a:ea typeface="+mj-ea"/>
                <a:cs typeface="+mj-cs"/>
              </a:rPr>
              <a:t>Micro Controller</a:t>
            </a:r>
            <a:endParaRPr lang="en-US" sz="5000">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3077489"/>
            <a:ext cx="6486904" cy="3782351"/>
          </a:xfrm>
          <a:prstGeom prst="rect">
            <a:avLst/>
          </a:prstGeom>
        </p:spPr>
        <p:txBody>
          <a:bodyPr vert="horz" lIns="91440" tIns="45720" rIns="91440" bIns="45720" rtlCol="0" anchor="t">
            <a:noAutofit/>
          </a:bodyPr>
          <a:lstStyle/>
          <a:p>
            <a:pPr>
              <a:lnSpc>
                <a:spcPct val="90000"/>
              </a:lnSpc>
              <a:spcAft>
                <a:spcPts val="600"/>
              </a:spcAft>
            </a:pPr>
            <a:r>
              <a:rPr lang="en-US" sz="2500" b="1">
                <a:latin typeface="Arial"/>
                <a:ea typeface="+mn-lt"/>
                <a:cs typeface="+mn-lt"/>
              </a:rPr>
              <a:t>Physically, a microcontroller is an integrated circuit with pins along each side. The pins presented by a microcontroller are used for power, ground, oscillator, I/O ports, interrupt request signals, reset and control. In contrast, the pins exposed by a microprocessor are most often memory bus signals (rather than I/O ports).</a:t>
            </a:r>
            <a:endParaRPr lang="en-US">
              <a:latin typeface="Arial"/>
              <a:cs typeface="Arial"/>
            </a:endParaRPr>
          </a:p>
        </p:txBody>
      </p:sp>
    </p:spTree>
    <p:extLst>
      <p:ext uri="{BB962C8B-B14F-4D97-AF65-F5344CB8AC3E}">
        <p14:creationId xmlns:p14="http://schemas.microsoft.com/office/powerpoint/2010/main" val="5037314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endParaRPr lang="en-US" sz="5000" b="1" u="sng">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2660545"/>
            <a:ext cx="6846337" cy="3782351"/>
          </a:xfrm>
          <a:prstGeom prst="rect">
            <a:avLst/>
          </a:prstGeom>
        </p:spPr>
        <p:txBody>
          <a:bodyPr vert="horz" lIns="91440" tIns="45720" rIns="91440" bIns="45720" rtlCol="0" anchor="t">
            <a:noAutofit/>
          </a:bodyPr>
          <a:lstStyle/>
          <a:p>
            <a:pPr>
              <a:lnSpc>
                <a:spcPct val="90000"/>
              </a:lnSpc>
              <a:spcAft>
                <a:spcPts val="600"/>
              </a:spcAft>
            </a:pPr>
            <a:r>
              <a:rPr lang="en-US" sz="2500" b="1" i="1">
                <a:latin typeface="Arial"/>
                <a:ea typeface="+mn-lt"/>
                <a:cs typeface="+mn-lt"/>
              </a:rPr>
              <a:t>Microchip manufacture a series of microcontrollers called PIC. (Peripheral interface controller). There are many different </a:t>
            </a:r>
            <a:r>
              <a:rPr lang="en-US" sz="2500" b="1" i="1" err="1">
                <a:latin typeface="Arial"/>
                <a:ea typeface="+mn-lt"/>
                <a:cs typeface="+mn-lt"/>
              </a:rPr>
              <a:t>flavours</a:t>
            </a:r>
            <a:r>
              <a:rPr lang="en-US" sz="2500" b="1" i="1">
                <a:latin typeface="Arial"/>
                <a:ea typeface="+mn-lt"/>
                <a:cs typeface="+mn-lt"/>
              </a:rPr>
              <a:t> available, some basic low memory types, going right up through to ones that have Analogue - To - Digital converters and even PWM built in. A PIC microcontroller is a processor with built in memory and RAM and you can use it to control your projects (or build projects around it).</a:t>
            </a:r>
            <a:endParaRPr lang="en-US" i="1">
              <a:latin typeface="Arial"/>
              <a:ea typeface="+mn-lt"/>
              <a:cs typeface="+mn-lt"/>
            </a:endParaRPr>
          </a:p>
        </p:txBody>
      </p:sp>
      <p:sp>
        <p:nvSpPr>
          <p:cNvPr id="2" name="TextBox 1">
            <a:extLst>
              <a:ext uri="{FF2B5EF4-FFF2-40B4-BE49-F238E27FC236}">
                <a16:creationId xmlns:a16="http://schemas.microsoft.com/office/drawing/2014/main" id="{A7E44DDA-1F30-49C5-B337-65DAB042B31B}"/>
              </a:ext>
            </a:extLst>
          </p:cNvPr>
          <p:cNvSpPr txBox="1"/>
          <p:nvPr/>
        </p:nvSpPr>
        <p:spPr>
          <a:xfrm>
            <a:off x="368061" y="1331342"/>
            <a:ext cx="68695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4000" b="1" u="sng">
                <a:latin typeface="Arial"/>
                <a:ea typeface="+mn-lt"/>
                <a:cs typeface="+mn-lt"/>
              </a:rPr>
              <a:t>Pic18f452 Micro Controller</a:t>
            </a:r>
            <a:endParaRPr lang="en-US" sz="4000">
              <a:latin typeface="Arial"/>
            </a:endParaRPr>
          </a:p>
        </p:txBody>
      </p:sp>
      <p:pic>
        <p:nvPicPr>
          <p:cNvPr id="3" name="Picture 2" descr="A picture containing text, electronics, circuit&#10;&#10;Description automatically generated">
            <a:extLst>
              <a:ext uri="{FF2B5EF4-FFF2-40B4-BE49-F238E27FC236}">
                <a16:creationId xmlns:a16="http://schemas.microsoft.com/office/drawing/2014/main" id="{AAAE7DFD-C5A7-4EEC-A90A-E96E8DF18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9412" y="1828472"/>
            <a:ext cx="3779935" cy="39816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209033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12082" t="9091" r="11207"/>
          <a:stretch/>
        </p:blipFill>
        <p:spPr>
          <a:xfrm>
            <a:off x="3522468" y="10"/>
            <a:ext cx="8669532" cy="6857990"/>
          </a:xfrm>
          <a:prstGeom prst="rect">
            <a:avLst/>
          </a:prstGeom>
        </p:spPr>
      </p:pic>
      <p:sp>
        <p:nvSpPr>
          <p:cNvPr id="19" name="Rectangle 1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1094" y="916873"/>
            <a:ext cx="4660219" cy="1124712"/>
          </a:xfrm>
          <a:prstGeom prst="rect">
            <a:avLst/>
          </a:prstGeom>
        </p:spPr>
        <p:txBody>
          <a:bodyPr vert="horz" lIns="91440" tIns="45720" rIns="91440" bIns="45720" rtlCol="0" anchor="b">
            <a:noAutofit/>
          </a:bodyPr>
          <a:lstStyle/>
          <a:p>
            <a:pPr>
              <a:lnSpc>
                <a:spcPct val="90000"/>
              </a:lnSpc>
              <a:spcBef>
                <a:spcPct val="0"/>
              </a:spcBef>
              <a:spcAft>
                <a:spcPts val="600"/>
              </a:spcAft>
            </a:pPr>
            <a:endParaRPr lang="en-US" sz="5000" b="1" u="sng">
              <a:latin typeface="Sitka Banner"/>
              <a:ea typeface="+mj-ea"/>
              <a:cs typeface="+mj-cs"/>
            </a:endParaRPr>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71094" y="2861828"/>
            <a:ext cx="6846337" cy="3509182"/>
          </a:xfrm>
          <a:prstGeom prst="rect">
            <a:avLst/>
          </a:prstGeom>
        </p:spPr>
        <p:txBody>
          <a:bodyPr vert="horz" lIns="91440" tIns="45720" rIns="91440" bIns="45720" rtlCol="0" anchor="t">
            <a:noAutofit/>
          </a:bodyPr>
          <a:lstStyle/>
          <a:p>
            <a:pPr>
              <a:lnSpc>
                <a:spcPct val="90000"/>
              </a:lnSpc>
              <a:spcAft>
                <a:spcPts val="600"/>
              </a:spcAft>
            </a:pPr>
            <a:r>
              <a:rPr lang="en-US" sz="2600" b="1" i="1">
                <a:latin typeface="Arial"/>
                <a:ea typeface="+mn-lt"/>
                <a:cs typeface="+mn-lt"/>
              </a:rPr>
              <a:t>Microchip is providing the 8-bit, 16-bit and the 32 bit microcontrollers based on the desired application requirement the design engineer can choose from those. Microchip is also providing the software for the microcontrollers where the application programs are written MIKROC IDE, it is also providing the in circuit debugger called MPLAB ICD3.</a:t>
            </a:r>
            <a:endParaRPr lang="en-US" sz="2600">
              <a:latin typeface="Arial"/>
              <a:ea typeface="+mn-lt"/>
              <a:cs typeface="+mn-lt"/>
            </a:endParaRPr>
          </a:p>
        </p:txBody>
      </p:sp>
      <p:sp>
        <p:nvSpPr>
          <p:cNvPr id="2" name="TextBox 1">
            <a:extLst>
              <a:ext uri="{FF2B5EF4-FFF2-40B4-BE49-F238E27FC236}">
                <a16:creationId xmlns:a16="http://schemas.microsoft.com/office/drawing/2014/main" id="{A7E44DDA-1F30-49C5-B337-65DAB042B31B}"/>
              </a:ext>
            </a:extLst>
          </p:cNvPr>
          <p:cNvSpPr txBox="1"/>
          <p:nvPr/>
        </p:nvSpPr>
        <p:spPr>
          <a:xfrm>
            <a:off x="368061" y="1331342"/>
            <a:ext cx="68695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4000" b="1" u="sng">
                <a:latin typeface="Arial"/>
                <a:ea typeface="+mn-lt"/>
                <a:cs typeface="+mn-lt"/>
              </a:rPr>
              <a:t>Pic18f452 Micro Controller</a:t>
            </a:r>
            <a:endParaRPr lang="en-US" sz="4000">
              <a:latin typeface="Arial"/>
            </a:endParaRPr>
          </a:p>
        </p:txBody>
      </p:sp>
      <p:pic>
        <p:nvPicPr>
          <p:cNvPr id="5" name="Picture 4" descr="A picture containing text, electronics&#10;&#10;Description automatically generated">
            <a:extLst>
              <a:ext uri="{FF2B5EF4-FFF2-40B4-BE49-F238E27FC236}">
                <a16:creationId xmlns:a16="http://schemas.microsoft.com/office/drawing/2014/main" id="{87F5B1CF-966E-42D5-B191-0D6CF7EF82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4156" y="2436176"/>
            <a:ext cx="3951030" cy="31645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835512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4616" t="249" r="22479" b="-249"/>
          <a:stretch/>
        </p:blipFill>
        <p:spPr>
          <a:xfrm>
            <a:off x="2456906" y="1188720"/>
            <a:ext cx="7278188" cy="5238206"/>
          </a:xfrm>
          <a:prstGeom prst="rect">
            <a:avLst/>
          </a:prstGeom>
        </p:spPr>
      </p:pic>
      <p:sp>
        <p:nvSpPr>
          <p:cNvPr id="4" name="TextBox 3"/>
          <p:cNvSpPr txBox="1"/>
          <p:nvPr/>
        </p:nvSpPr>
        <p:spPr>
          <a:xfrm>
            <a:off x="2129246" y="509451"/>
            <a:ext cx="7837714" cy="1015663"/>
          </a:xfrm>
          <a:prstGeom prst="rect">
            <a:avLst/>
          </a:prstGeom>
          <a:noFill/>
        </p:spPr>
        <p:txBody>
          <a:bodyPr wrap="square" lIns="91440" tIns="45720" rIns="91440" bIns="45720" rtlCol="0" anchor="t">
            <a:spAutoFit/>
          </a:bodyPr>
          <a:lstStyle/>
          <a:p>
            <a:pPr algn="ctr"/>
            <a:r>
              <a:rPr lang="en-IN" sz="3200" b="1" u="sng">
                <a:solidFill>
                  <a:schemeClr val="bg1"/>
                </a:solidFill>
                <a:latin typeface="Arial"/>
                <a:cs typeface="Arial"/>
              </a:rPr>
              <a:t>Pic18f452 Micro Controller</a:t>
            </a:r>
          </a:p>
          <a:p>
            <a:pPr algn="ctr"/>
            <a:endParaRPr lang="en-IN" sz="2800"/>
          </a:p>
        </p:txBody>
      </p:sp>
    </p:spTree>
    <p:extLst>
      <p:ext uri="{BB962C8B-B14F-4D97-AF65-F5344CB8AC3E}">
        <p14:creationId xmlns:p14="http://schemas.microsoft.com/office/powerpoint/2010/main" val="178992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0407"/>
          <a:stretch/>
        </p:blipFill>
        <p:spPr>
          <a:xfrm>
            <a:off x="1066799" y="1626494"/>
            <a:ext cx="10058400" cy="4570407"/>
          </a:xfrm>
          <a:prstGeom prst="rect">
            <a:avLst/>
          </a:prstGeom>
        </p:spPr>
      </p:pic>
      <p:sp>
        <p:nvSpPr>
          <p:cNvPr id="4" name="TextBox 3"/>
          <p:cNvSpPr txBox="1"/>
          <p:nvPr/>
        </p:nvSpPr>
        <p:spPr>
          <a:xfrm>
            <a:off x="1504404" y="503730"/>
            <a:ext cx="9183189" cy="553998"/>
          </a:xfrm>
          <a:prstGeom prst="rect">
            <a:avLst/>
          </a:prstGeom>
          <a:noFill/>
        </p:spPr>
        <p:txBody>
          <a:bodyPr wrap="square" lIns="91440" tIns="45720" rIns="91440" bIns="45720" rtlCol="0" anchor="t">
            <a:spAutoFit/>
          </a:bodyPr>
          <a:lstStyle/>
          <a:p>
            <a:pPr algn="ctr"/>
            <a:r>
              <a:rPr lang="en-IN" sz="3000" b="1" u="sng">
                <a:solidFill>
                  <a:schemeClr val="bg1"/>
                </a:solidFill>
                <a:latin typeface="Arial"/>
                <a:cs typeface="Arial"/>
              </a:rPr>
              <a:t>Automatic Street Light Controller Using LDR</a:t>
            </a:r>
          </a:p>
        </p:txBody>
      </p:sp>
    </p:spTree>
    <p:extLst>
      <p:ext uri="{BB962C8B-B14F-4D97-AF65-F5344CB8AC3E}">
        <p14:creationId xmlns:p14="http://schemas.microsoft.com/office/powerpoint/2010/main" val="283851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929639" y="882553"/>
            <a:ext cx="2767150" cy="707886"/>
          </a:xfrm>
          <a:prstGeom prst="rect">
            <a:avLst/>
          </a:prstGeom>
          <a:noFill/>
        </p:spPr>
        <p:txBody>
          <a:bodyPr wrap="square" lIns="91440" tIns="45720" rIns="91440" bIns="45720" rtlCol="0" anchor="t">
            <a:spAutoFit/>
          </a:bodyPr>
          <a:lstStyle/>
          <a:p>
            <a:r>
              <a:rPr lang="en-IN" sz="4000" b="1" u="sng">
                <a:solidFill>
                  <a:schemeClr val="bg1"/>
                </a:solidFill>
                <a:latin typeface="Sitka Banner"/>
              </a:rPr>
              <a:t>Advantages</a:t>
            </a:r>
          </a:p>
        </p:txBody>
      </p:sp>
      <p:sp>
        <p:nvSpPr>
          <p:cNvPr id="5" name="TextBox 4"/>
          <p:cNvSpPr txBox="1"/>
          <p:nvPr/>
        </p:nvSpPr>
        <p:spPr>
          <a:xfrm>
            <a:off x="931570" y="1786279"/>
            <a:ext cx="4911634" cy="5016758"/>
          </a:xfrm>
          <a:prstGeom prst="rect">
            <a:avLst/>
          </a:prstGeom>
          <a:noFill/>
        </p:spPr>
        <p:txBody>
          <a:bodyPr wrap="square" lIns="91440" tIns="45720" rIns="91440" bIns="45720" rtlCol="0" anchor="t">
            <a:spAutoFit/>
          </a:bodyPr>
          <a:lstStyle/>
          <a:p>
            <a:pPr marL="342900" indent="-342900">
              <a:buFont typeface="Wingdings"/>
              <a:buChar char="Ø"/>
            </a:pPr>
            <a:r>
              <a:rPr lang="en-US" sz="2000" b="1" i="1">
                <a:solidFill>
                  <a:schemeClr val="bg1"/>
                </a:solidFill>
                <a:latin typeface="Arial"/>
                <a:cs typeface="Arial"/>
              </a:rPr>
              <a:t>Photo resistors convert light into electricity and are not dependent on any other force.</a:t>
            </a:r>
          </a:p>
          <a:p>
            <a:pPr marL="342900" indent="-342900">
              <a:buFont typeface="Wingdings"/>
              <a:buChar char="Ø"/>
            </a:pPr>
            <a:endParaRPr lang="en-US" sz="2000" b="1" i="1">
              <a:solidFill>
                <a:schemeClr val="bg1"/>
              </a:solidFill>
              <a:latin typeface="Arial"/>
              <a:cs typeface="Arial"/>
            </a:endParaRPr>
          </a:p>
          <a:p>
            <a:pPr marL="342900" indent="-342900">
              <a:buFont typeface="Wingdings"/>
              <a:buChar char="Ø"/>
            </a:pPr>
            <a:r>
              <a:rPr lang="en-US" sz="2000" b="1" i="1">
                <a:solidFill>
                  <a:schemeClr val="bg1"/>
                </a:solidFill>
                <a:latin typeface="Arial"/>
                <a:cs typeface="Arial"/>
              </a:rPr>
              <a:t> LDRs are sensitive, inexpensive, and readily available devices. They have good power and voltage handling capabilities, similar to those of a conventional resistor.</a:t>
            </a:r>
          </a:p>
          <a:p>
            <a:pPr marL="342900" indent="-342900">
              <a:buFont typeface="Wingdings"/>
              <a:buChar char="Ø"/>
            </a:pPr>
            <a:endParaRPr lang="en-US" sz="2000" b="1" i="1">
              <a:solidFill>
                <a:schemeClr val="bg1"/>
              </a:solidFill>
              <a:latin typeface="Arial"/>
              <a:cs typeface="Calibri" panose="020F0502020204030204"/>
            </a:endParaRPr>
          </a:p>
          <a:p>
            <a:pPr marL="342900" indent="-342900">
              <a:buFont typeface="Wingdings"/>
              <a:buChar char="Ø"/>
            </a:pPr>
            <a:r>
              <a:rPr lang="en-US" sz="2000" b="1" i="1">
                <a:solidFill>
                  <a:schemeClr val="bg1"/>
                </a:solidFill>
                <a:latin typeface="Arial"/>
                <a:cs typeface="Arial"/>
              </a:rPr>
              <a:t>They are small enough to fit into virtually any electronic device and are used all around the world as a basic component in many electrical systems.</a:t>
            </a:r>
          </a:p>
          <a:p>
            <a:pPr marL="342900" indent="-342900">
              <a:buFont typeface="Wingdings"/>
              <a:buChar char="Ø"/>
            </a:pPr>
            <a:endParaRPr lang="en-IN" sz="2000" b="1" i="1">
              <a:solidFill>
                <a:schemeClr val="bg1"/>
              </a:solidFill>
              <a:cs typeface="Calibri" panose="020F0502020204030204"/>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9625" y="1285119"/>
            <a:ext cx="4825274" cy="4825274"/>
          </a:xfrm>
          <a:prstGeom prst="rect">
            <a:avLst/>
          </a:prstGeom>
        </p:spPr>
      </p:pic>
    </p:spTree>
    <p:extLst>
      <p:ext uri="{BB962C8B-B14F-4D97-AF65-F5344CB8AC3E}">
        <p14:creationId xmlns:p14="http://schemas.microsoft.com/office/powerpoint/2010/main" val="158851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929639" y="882553"/>
            <a:ext cx="3354978" cy="553998"/>
          </a:xfrm>
          <a:prstGeom prst="rect">
            <a:avLst/>
          </a:prstGeom>
          <a:noFill/>
        </p:spPr>
        <p:txBody>
          <a:bodyPr wrap="square" lIns="91440" tIns="45720" rIns="91440" bIns="45720" rtlCol="0" anchor="t">
            <a:spAutoFit/>
          </a:bodyPr>
          <a:lstStyle/>
          <a:p>
            <a:r>
              <a:rPr lang="en-IN" sz="3000" b="1" u="sng">
                <a:solidFill>
                  <a:schemeClr val="bg1"/>
                </a:solidFill>
                <a:latin typeface="Copperplate Gothic Bold"/>
              </a:rPr>
              <a:t>D</a:t>
            </a:r>
            <a:r>
              <a:rPr lang="en-IN" sz="3000" b="1" u="sng">
                <a:solidFill>
                  <a:schemeClr val="bg1"/>
                </a:solidFill>
                <a:latin typeface="Arial"/>
                <a:cs typeface="Arial"/>
              </a:rPr>
              <a:t>isadvantages</a:t>
            </a:r>
            <a:endParaRPr lang="en-IN" sz="3000" b="1" i="1" u="sng">
              <a:solidFill>
                <a:schemeClr val="bg1"/>
              </a:solidFill>
              <a:latin typeface="Copperplate Gothic Bold" panose="020E0705020206020404" pitchFamily="34" charset="0"/>
            </a:endParaRPr>
          </a:p>
        </p:txBody>
      </p:sp>
      <p:sp>
        <p:nvSpPr>
          <p:cNvPr id="5" name="TextBox 4"/>
          <p:cNvSpPr txBox="1"/>
          <p:nvPr/>
        </p:nvSpPr>
        <p:spPr>
          <a:xfrm>
            <a:off x="931570" y="1714392"/>
            <a:ext cx="4911634" cy="5447645"/>
          </a:xfrm>
          <a:prstGeom prst="rect">
            <a:avLst/>
          </a:prstGeom>
          <a:noFill/>
        </p:spPr>
        <p:txBody>
          <a:bodyPr wrap="square" lIns="91440" tIns="45720" rIns="91440" bIns="45720" rtlCol="0" anchor="t">
            <a:spAutoFit/>
          </a:bodyPr>
          <a:lstStyle/>
          <a:p>
            <a:pPr marL="342900" indent="-342900">
              <a:buFont typeface="Wingdings"/>
              <a:buChar char="Ø"/>
            </a:pPr>
            <a:r>
              <a:rPr lang="en-US" sz="2200" b="1" i="1">
                <a:solidFill>
                  <a:schemeClr val="bg1"/>
                </a:solidFill>
                <a:latin typeface="Arial"/>
                <a:cs typeface="Arial"/>
              </a:rPr>
              <a:t>Can be more complicated to align detector pairs.</a:t>
            </a:r>
            <a:endParaRPr lang="en-US" sz="2200">
              <a:solidFill>
                <a:schemeClr val="bg1"/>
              </a:solidFill>
              <a:latin typeface="Arial"/>
              <a:cs typeface="Arial"/>
            </a:endParaRPr>
          </a:p>
          <a:p>
            <a:pPr marL="342900" indent="-342900">
              <a:buFont typeface="Wingdings"/>
              <a:buChar char="Ø"/>
            </a:pPr>
            <a:endParaRPr lang="en-US" sz="2200" b="1" i="1">
              <a:solidFill>
                <a:schemeClr val="bg1"/>
              </a:solidFill>
              <a:latin typeface="Arial"/>
              <a:cs typeface="Calibri" panose="020F0502020204030204"/>
            </a:endParaRPr>
          </a:p>
          <a:p>
            <a:pPr marL="342900" indent="-342900">
              <a:buFont typeface="Wingdings"/>
              <a:buChar char="Ø"/>
            </a:pPr>
            <a:r>
              <a:rPr lang="en-US" sz="2200" b="1" i="1">
                <a:solidFill>
                  <a:schemeClr val="bg1"/>
                </a:solidFill>
                <a:latin typeface="Arial"/>
                <a:cs typeface="Arial"/>
              </a:rPr>
              <a:t> Is sensitive to ambient light and require careful shielding.</a:t>
            </a:r>
          </a:p>
          <a:p>
            <a:pPr marL="342900" indent="-342900">
              <a:buFont typeface="Wingdings"/>
              <a:buChar char="Ø"/>
            </a:pPr>
            <a:endParaRPr lang="en-US" sz="2200" b="1" i="1">
              <a:solidFill>
                <a:schemeClr val="bg1"/>
              </a:solidFill>
              <a:latin typeface="Arial"/>
              <a:cs typeface="Calibri" panose="020F0502020204030204"/>
            </a:endParaRPr>
          </a:p>
          <a:p>
            <a:pPr marL="342900" indent="-342900">
              <a:buFont typeface="Wingdings"/>
              <a:buChar char="Ø"/>
            </a:pPr>
            <a:r>
              <a:rPr lang="en-US" sz="2200" b="1" i="1">
                <a:solidFill>
                  <a:schemeClr val="bg1"/>
                </a:solidFill>
                <a:latin typeface="Arial"/>
                <a:cs typeface="Arial"/>
              </a:rPr>
              <a:t> Photo resistors are only sensitive to light and no other force can power it without risking damage. Also, they are unable to detect low light levels and may take a few seconds to deliver a charge while their electrons build up momentum.</a:t>
            </a:r>
          </a:p>
          <a:p>
            <a:br>
              <a:rPr lang="en-US" sz="2000"/>
            </a:br>
            <a:endParaRPr lang="en-IN" sz="2000" b="1" i="1">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5296" y="1437459"/>
            <a:ext cx="5053149" cy="4212432"/>
          </a:xfrm>
          <a:prstGeom prst="rect">
            <a:avLst/>
          </a:prstGeom>
        </p:spPr>
      </p:pic>
    </p:spTree>
    <p:extLst>
      <p:ext uri="{BB962C8B-B14F-4D97-AF65-F5344CB8AC3E}">
        <p14:creationId xmlns:p14="http://schemas.microsoft.com/office/powerpoint/2010/main" val="59883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493060" y="827672"/>
            <a:ext cx="3354978" cy="707886"/>
          </a:xfrm>
          <a:prstGeom prst="rect">
            <a:avLst/>
          </a:prstGeom>
          <a:noFill/>
        </p:spPr>
        <p:txBody>
          <a:bodyPr wrap="square" lIns="91440" tIns="45720" rIns="91440" bIns="45720" rtlCol="0" anchor="t">
            <a:spAutoFit/>
          </a:bodyPr>
          <a:lstStyle/>
          <a:p>
            <a:pPr algn="ctr"/>
            <a:r>
              <a:rPr lang="en-IN" sz="4000" b="1" u="sng">
                <a:solidFill>
                  <a:schemeClr val="bg1"/>
                </a:solidFill>
                <a:latin typeface="Arial"/>
                <a:cs typeface="Arial"/>
              </a:rPr>
              <a:t>Conclusion</a:t>
            </a:r>
          </a:p>
        </p:txBody>
      </p:sp>
      <p:sp>
        <p:nvSpPr>
          <p:cNvPr id="5" name="TextBox 4"/>
          <p:cNvSpPr txBox="1"/>
          <p:nvPr/>
        </p:nvSpPr>
        <p:spPr>
          <a:xfrm>
            <a:off x="663740" y="1707983"/>
            <a:ext cx="5342954" cy="4708981"/>
          </a:xfrm>
          <a:prstGeom prst="rect">
            <a:avLst/>
          </a:prstGeom>
          <a:noFill/>
        </p:spPr>
        <p:txBody>
          <a:bodyPr wrap="square" lIns="91440" tIns="45720" rIns="91440" bIns="45720" rtlCol="0" anchor="t">
            <a:spAutoFit/>
          </a:bodyPr>
          <a:lstStyle/>
          <a:p>
            <a:r>
              <a:rPr lang="en-US" sz="2000" b="1" i="1">
                <a:solidFill>
                  <a:schemeClr val="bg1"/>
                </a:solidFill>
                <a:latin typeface="Arial"/>
                <a:cs typeface="Arial"/>
              </a:rPr>
              <a:t>The solar energy harvested from sunlight can be stored, inverted from DC voltage to AC voltage using sun tie converter. The AC voltage can be stepped up and given to the electric grid. The AC voltage from the electric grid can be stepped down, rectified and used for powering the circuit. Meanwhile, the street light can also be powered by the A.C. voltage, which is controlled by a relay switch connected to the switching part of the circuit. The above mentioned strategy will enable us to harvest solar energy in an effective way for the operation of the circuit and for powering the street light also.</a:t>
            </a:r>
            <a:endParaRPr lang="en-IN" sz="2000" b="1" i="1">
              <a:solidFill>
                <a:schemeClr val="bg1"/>
              </a:solidFill>
              <a:latin typeface="Arial"/>
              <a:cs typeface="Aria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4648" y="1379647"/>
            <a:ext cx="4574723" cy="4139035"/>
          </a:xfrm>
          <a:prstGeom prst="rect">
            <a:avLst/>
          </a:prstGeom>
        </p:spPr>
      </p:pic>
    </p:spTree>
    <p:extLst>
      <p:ext uri="{BB962C8B-B14F-4D97-AF65-F5344CB8AC3E}">
        <p14:creationId xmlns:p14="http://schemas.microsoft.com/office/powerpoint/2010/main" val="14577459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2">
            <a:extLst>
              <a:ext uri="{FF2B5EF4-FFF2-40B4-BE49-F238E27FC236}">
                <a16:creationId xmlns:a16="http://schemas.microsoft.com/office/drawing/2014/main" id="{8725D386-5C83-430C-A89F-D673A27099DB}"/>
              </a:ext>
            </a:extLst>
          </p:cNvPr>
          <p:cNvPicPr>
            <a:picLocks noChangeAspect="1"/>
          </p:cNvPicPr>
          <p:nvPr/>
        </p:nvPicPr>
        <p:blipFill rotWithShape="1">
          <a:blip r:embed="rId2"/>
          <a:srcRect t="19"/>
          <a:stretch/>
        </p:blipFill>
        <p:spPr>
          <a:xfrm>
            <a:off x="20" y="1282"/>
            <a:ext cx="12191980" cy="6856718"/>
          </a:xfrm>
          <a:prstGeom prst="rect">
            <a:avLst/>
          </a:prstGeom>
        </p:spPr>
      </p:pic>
    </p:spTree>
    <p:extLst>
      <p:ext uri="{BB962C8B-B14F-4D97-AF65-F5344CB8AC3E}">
        <p14:creationId xmlns:p14="http://schemas.microsoft.com/office/powerpoint/2010/main" val="865220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revision>9</cp:revision>
  <dcterms:created xsi:type="dcterms:W3CDTF">2021-07-04T15:27:43Z</dcterms:created>
  <dcterms:modified xsi:type="dcterms:W3CDTF">2021-07-12T15:44:13Z</dcterms:modified>
</cp:coreProperties>
</file>
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7" r:id="rId2"/>
    <p:sldId id="257" r:id="rId3"/>
    <p:sldId id="258" r:id="rId4"/>
    <p:sldId id="263" r:id="rId5"/>
    <p:sldId id="264" r:id="rId6"/>
    <p:sldId id="259" r:id="rId7"/>
    <p:sldId id="260" r:id="rId8"/>
    <p:sldId id="261" r:id="rId9"/>
    <p:sldId id="262"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11/8/2021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dirty="0"/>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8A87A34-81AB-432B-8DAE-1953F412C126}" type="datetimeFigureOut">
              <a:rPr lang="en-US" dirty="0"/>
              <a:t>11/8/2021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11/8/2021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dirty="0"/>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dirty="0"/>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dirty="0"/>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11/8/2021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1F6F537D-765D-D649-8AC8-F315ED6A6C9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11993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36F8-F444-BE43-B8AD-3BB40BB5AFB7}"/>
              </a:ext>
            </a:extLst>
          </p:cNvPr>
          <p:cNvSpPr>
            <a:spLocks noGrp="1"/>
          </p:cNvSpPr>
          <p:nvPr>
            <p:ph type="title"/>
          </p:nvPr>
        </p:nvSpPr>
        <p:spPr/>
        <p:txBody>
          <a:bodyPr/>
          <a:lstStyle/>
          <a:p>
            <a:r>
              <a:rPr lang="en-US"/>
              <a:t>Adaptive Delta modulation</a:t>
            </a:r>
            <a:r>
              <a:rPr lang="en-IN"/>
              <a:t> </a:t>
            </a:r>
            <a:r>
              <a:rPr lang="en-US"/>
              <a:t>(adm)</a:t>
            </a:r>
          </a:p>
        </p:txBody>
      </p:sp>
      <p:sp>
        <p:nvSpPr>
          <p:cNvPr id="3" name="Content Placeholder 2">
            <a:extLst>
              <a:ext uri="{FF2B5EF4-FFF2-40B4-BE49-F238E27FC236}">
                <a16:creationId xmlns:a16="http://schemas.microsoft.com/office/drawing/2014/main" id="{A5F374B9-C774-374C-A6A7-8A5642516A12}"/>
              </a:ext>
            </a:extLst>
          </p:cNvPr>
          <p:cNvSpPr>
            <a:spLocks noGrp="1"/>
          </p:cNvSpPr>
          <p:nvPr>
            <p:ph idx="1"/>
          </p:nvPr>
        </p:nvSpPr>
        <p:spPr/>
        <p:txBody>
          <a:bodyPr>
            <a:normAutofit lnSpcReduction="10000"/>
          </a:bodyPr>
          <a:lstStyle/>
          <a:p>
            <a:r>
              <a:rPr lang="en-US"/>
              <a:t>In  digital  modulation,  we  have  come  across  certain  problem  of  determining  the  step influences the quality of the output  wave. A  larger  step-- size,  which size  is  needed  in  the  steep  slope  of  modulating  signal  and  a  smaller  step needed  where  the size  is message  has  a  small  slope.  The  minute  details  get  missed  in  the  process.  So,  it would  be  better  if  we  can  control  the  adjustment  of  stepsize,  according  to  our  requirement  in order  to  obtain  the  sampling  in  a  desired  fashion.  This  is  the  concept  of  Adaptive Delta Modulation</a:t>
            </a:r>
          </a:p>
        </p:txBody>
      </p:sp>
    </p:spTree>
    <p:extLst>
      <p:ext uri="{BB962C8B-B14F-4D97-AF65-F5344CB8AC3E}">
        <p14:creationId xmlns:p14="http://schemas.microsoft.com/office/powerpoint/2010/main" val="3386356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9C4F-4A0B-2343-833F-EC8A40FE353A}"/>
              </a:ext>
            </a:extLst>
          </p:cNvPr>
          <p:cNvSpPr>
            <a:spLocks noGrp="1"/>
          </p:cNvSpPr>
          <p:nvPr>
            <p:ph type="title"/>
          </p:nvPr>
        </p:nvSpPr>
        <p:spPr>
          <a:xfrm>
            <a:off x="1190311" y="789662"/>
            <a:ext cx="9905998" cy="1478570"/>
          </a:xfrm>
        </p:spPr>
        <p:txBody>
          <a:bodyPr/>
          <a:lstStyle/>
          <a:p>
            <a:r>
              <a:rPr lang="en-IN"/>
              <a:t>Introduction</a:t>
            </a:r>
            <a:endParaRPr lang="en-US"/>
          </a:p>
        </p:txBody>
      </p:sp>
      <p:sp>
        <p:nvSpPr>
          <p:cNvPr id="3" name="Content Placeholder 2">
            <a:extLst>
              <a:ext uri="{FF2B5EF4-FFF2-40B4-BE49-F238E27FC236}">
                <a16:creationId xmlns:a16="http://schemas.microsoft.com/office/drawing/2014/main" id="{C6B4A030-BB07-1A4A-BD63-132784671C6C}"/>
              </a:ext>
            </a:extLst>
          </p:cNvPr>
          <p:cNvSpPr>
            <a:spLocks noGrp="1"/>
          </p:cNvSpPr>
          <p:nvPr>
            <p:ph idx="1"/>
          </p:nvPr>
        </p:nvSpPr>
        <p:spPr/>
        <p:txBody>
          <a:bodyPr>
            <a:normAutofit fontScale="92500" lnSpcReduction="20000"/>
          </a:bodyPr>
          <a:lstStyle/>
          <a:p>
            <a:r>
              <a:rPr lang="en-US"/>
              <a:t> The  performance  of  a  delta  modulator  can    be    improved    significantly  by  making  the    step    size   of   the    modulator    assume    a    timevarying    form.    In   particular,   during   a    steep   segment   of    the    input    signal    the   step    size    is    increased.    Conversely,    when    the    input    signal    is  varying   slowly,  the   step  size   is  reduced.  In    this    way,    the    size      is      adapted    to    the    level      of    the    input      signal.          method      is       c alled      adaptive       delta       modulation      (ADM). The           resulting       There   are   several   types   of  ADM,   depending  on   the   type    of    scheme   used    for    adjusting   the step  size.   In  this  ADM,  a   discrete    set   of    values   is   provided   for   t he    step   size.  39</a:t>
            </a:r>
          </a:p>
        </p:txBody>
      </p:sp>
    </p:spTree>
    <p:extLst>
      <p:ext uri="{BB962C8B-B14F-4D97-AF65-F5344CB8AC3E}">
        <p14:creationId xmlns:p14="http://schemas.microsoft.com/office/powerpoint/2010/main" val="3728424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032E-2E24-C04D-938A-B1CECEF8F60A}"/>
              </a:ext>
            </a:extLst>
          </p:cNvPr>
          <p:cNvSpPr>
            <a:spLocks noGrp="1"/>
          </p:cNvSpPr>
          <p:nvPr>
            <p:ph type="title"/>
          </p:nvPr>
        </p:nvSpPr>
        <p:spPr>
          <a:xfrm>
            <a:off x="2009359" y="770918"/>
            <a:ext cx="9905998" cy="1478570"/>
          </a:xfrm>
        </p:spPr>
        <p:txBody>
          <a:bodyPr/>
          <a:lstStyle/>
          <a:p>
            <a:r>
              <a:rPr lang="en-US"/>
              <a:t>Block diagram of adm Transmitter</a:t>
            </a:r>
          </a:p>
        </p:txBody>
      </p:sp>
      <p:pic>
        <p:nvPicPr>
          <p:cNvPr id="7" name="Picture 7">
            <a:extLst>
              <a:ext uri="{FF2B5EF4-FFF2-40B4-BE49-F238E27FC236}">
                <a16:creationId xmlns:a16="http://schemas.microsoft.com/office/drawing/2014/main" id="{598DFEB0-93B4-0149-B4BE-A598E73A2109}"/>
              </a:ext>
            </a:extLst>
          </p:cNvPr>
          <p:cNvPicPr>
            <a:picLocks noGrp="1" noChangeAspect="1"/>
          </p:cNvPicPr>
          <p:nvPr>
            <p:ph idx="1"/>
          </p:nvPr>
        </p:nvPicPr>
        <p:blipFill>
          <a:blip r:embed="rId2"/>
          <a:stretch>
            <a:fillRect/>
          </a:stretch>
        </p:blipFill>
        <p:spPr>
          <a:xfrm>
            <a:off x="1786925" y="2249488"/>
            <a:ext cx="8614975" cy="3541712"/>
          </a:xfrm>
        </p:spPr>
      </p:pic>
    </p:spTree>
    <p:extLst>
      <p:ext uri="{BB962C8B-B14F-4D97-AF65-F5344CB8AC3E}">
        <p14:creationId xmlns:p14="http://schemas.microsoft.com/office/powerpoint/2010/main" val="165859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349F-00CA-214B-8D97-6096B3B6F5C1}"/>
              </a:ext>
            </a:extLst>
          </p:cNvPr>
          <p:cNvSpPr>
            <a:spLocks noGrp="1"/>
          </p:cNvSpPr>
          <p:nvPr>
            <p:ph type="title"/>
          </p:nvPr>
        </p:nvSpPr>
        <p:spPr>
          <a:xfrm>
            <a:off x="2131606" y="733477"/>
            <a:ext cx="9905998" cy="941294"/>
          </a:xfrm>
        </p:spPr>
        <p:txBody>
          <a:bodyPr/>
          <a:lstStyle/>
          <a:p>
            <a:r>
              <a:rPr lang="en-US"/>
              <a:t>Block diagram of adm receiver</a:t>
            </a:r>
          </a:p>
        </p:txBody>
      </p:sp>
      <p:pic>
        <p:nvPicPr>
          <p:cNvPr id="4" name="Picture 4">
            <a:extLst>
              <a:ext uri="{FF2B5EF4-FFF2-40B4-BE49-F238E27FC236}">
                <a16:creationId xmlns:a16="http://schemas.microsoft.com/office/drawing/2014/main" id="{6D509BE6-C286-8340-B566-AD9B15583AF7}"/>
              </a:ext>
            </a:extLst>
          </p:cNvPr>
          <p:cNvPicPr>
            <a:picLocks noGrp="1" noChangeAspect="1"/>
          </p:cNvPicPr>
          <p:nvPr>
            <p:ph idx="1"/>
          </p:nvPr>
        </p:nvPicPr>
        <p:blipFill>
          <a:blip r:embed="rId2"/>
          <a:stretch>
            <a:fillRect/>
          </a:stretch>
        </p:blipFill>
        <p:spPr>
          <a:xfrm>
            <a:off x="1738313" y="2328069"/>
            <a:ext cx="8370093" cy="3708400"/>
          </a:xfrm>
        </p:spPr>
      </p:pic>
    </p:spTree>
    <p:extLst>
      <p:ext uri="{BB962C8B-B14F-4D97-AF65-F5344CB8AC3E}">
        <p14:creationId xmlns:p14="http://schemas.microsoft.com/office/powerpoint/2010/main" val="991075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7BB77-E4F6-BC4C-9412-AC0E56823DDD}"/>
              </a:ext>
            </a:extLst>
          </p:cNvPr>
          <p:cNvSpPr>
            <a:spLocks noGrp="1"/>
          </p:cNvSpPr>
          <p:nvPr>
            <p:ph type="title"/>
          </p:nvPr>
        </p:nvSpPr>
        <p:spPr/>
        <p:txBody>
          <a:bodyPr/>
          <a:lstStyle/>
          <a:p>
            <a:r>
              <a:rPr lang="en-US"/>
              <a:t>Implementation of adm</a:t>
            </a:r>
          </a:p>
        </p:txBody>
      </p:sp>
      <p:sp>
        <p:nvSpPr>
          <p:cNvPr id="3" name="Content Placeholder 2">
            <a:extLst>
              <a:ext uri="{FF2B5EF4-FFF2-40B4-BE49-F238E27FC236}">
                <a16:creationId xmlns:a16="http://schemas.microsoft.com/office/drawing/2014/main" id="{4E3AB0F9-5D51-0744-B29E-B1179D1EA1BD}"/>
              </a:ext>
            </a:extLst>
          </p:cNvPr>
          <p:cNvSpPr>
            <a:spLocks noGrp="1"/>
          </p:cNvSpPr>
          <p:nvPr>
            <p:ph idx="1"/>
          </p:nvPr>
        </p:nvSpPr>
        <p:spPr/>
        <p:txBody>
          <a:bodyPr/>
          <a:lstStyle/>
          <a:p>
            <a:r>
              <a:rPr lang="en-US"/>
              <a:t>The audio signal will pass through a low-pass filter, which can remove all the unwanted signal and only obtain the audio signal. The input signals of the comparator are the audio signal and triangle wave signal, and then the  output  of the  comparator is the  square  wave  signal. The D type  flip flop is  used as sampling and  then  the  output  signal  of  the  flip  flop  is  the  modulated  ADM  signal.</a:t>
            </a:r>
          </a:p>
        </p:txBody>
      </p:sp>
    </p:spTree>
    <p:extLst>
      <p:ext uri="{BB962C8B-B14F-4D97-AF65-F5344CB8AC3E}">
        <p14:creationId xmlns:p14="http://schemas.microsoft.com/office/powerpoint/2010/main" val="2932381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DFE82-6DBA-EE4B-8149-8BCFC97FC651}"/>
              </a:ext>
            </a:extLst>
          </p:cNvPr>
          <p:cNvSpPr>
            <a:spLocks noGrp="1"/>
          </p:cNvSpPr>
          <p:nvPr>
            <p:ph type="title"/>
          </p:nvPr>
        </p:nvSpPr>
        <p:spPr/>
        <p:txBody>
          <a:bodyPr/>
          <a:lstStyle/>
          <a:p>
            <a:r>
              <a:rPr lang="en-IN"/>
              <a:t>Pulse modulation of ADM</a:t>
            </a:r>
            <a:endParaRPr lang="en-US"/>
          </a:p>
        </p:txBody>
      </p:sp>
      <p:sp>
        <p:nvSpPr>
          <p:cNvPr id="3" name="Content Placeholder 2">
            <a:extLst>
              <a:ext uri="{FF2B5EF4-FFF2-40B4-BE49-F238E27FC236}">
                <a16:creationId xmlns:a16="http://schemas.microsoft.com/office/drawing/2014/main" id="{C9A6ABD4-38FF-294F-8606-1FB7E43216EE}"/>
              </a:ext>
            </a:extLst>
          </p:cNvPr>
          <p:cNvSpPr>
            <a:spLocks noGrp="1"/>
          </p:cNvSpPr>
          <p:nvPr>
            <p:ph idx="1"/>
          </p:nvPr>
        </p:nvSpPr>
        <p:spPr/>
        <p:txBody>
          <a:bodyPr>
            <a:normAutofit/>
          </a:bodyPr>
          <a:lstStyle/>
          <a:p>
            <a:r>
              <a:rPr lang="en-US"/>
              <a:t>After  that  the  signal  will feedback  to  tunable  gain  amplifier  and  level  adjuster. In signal  x(t)  and  the  reference  signal  X  (t),  we  can accordance  with  the  different  between  the  input change  the  magnitude  of  the  gain  of  the  tunable amplifier.  If  the  different  of the  input  signal  and the  reference  signal  is very large,  then  the level adjuster will  change  the  gain  of  the  t  unable  amplifier  so  that  the  value  of  Δ(t  )  will  become  large. </a:t>
            </a:r>
          </a:p>
        </p:txBody>
      </p:sp>
    </p:spTree>
    <p:extLst>
      <p:ext uri="{BB962C8B-B14F-4D97-AF65-F5344CB8AC3E}">
        <p14:creationId xmlns:p14="http://schemas.microsoft.com/office/powerpoint/2010/main" val="3125322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064FFE-56BF-9744-81ED-EFA5691CBBB8}"/>
              </a:ext>
            </a:extLst>
          </p:cNvPr>
          <p:cNvSpPr>
            <a:spLocks noGrp="1"/>
          </p:cNvSpPr>
          <p:nvPr>
            <p:ph idx="1"/>
          </p:nvPr>
        </p:nvSpPr>
        <p:spPr>
          <a:xfrm>
            <a:off x="1447027" y="1014802"/>
            <a:ext cx="9905999" cy="3541714"/>
          </a:xfrm>
        </p:spPr>
        <p:txBody>
          <a:bodyPr>
            <a:normAutofit lnSpcReduction="10000"/>
          </a:bodyPr>
          <a:lstStyle/>
          <a:p>
            <a:pPr marL="0" indent="0">
              <a:buNone/>
            </a:pPr>
            <a:r>
              <a:rPr lang="en-US"/>
              <a:t>  On the  other hand,  if  the  different  of  the  input  signal  and  the  reference  signal  is  very  small,  then  the  level  adjuster will  change  the  gain  of  the  tunable  amplifier  so  that  the  value  of  Δ(  t  )  will  become  small.  With  this advantage,  when  the  frequency  varia tion  of  the  input  signal  is  large,  then  we  can  increase  the  value  of Δ(t)  to  prevent  the  occurrence  slope  overload.  And  when  the  frequency  variation  of  the  input  signal  is small, then we  can decrease  the value of Δ(t)  to  reduce  the error.</a:t>
            </a:r>
          </a:p>
        </p:txBody>
      </p:sp>
      <p:sp>
        <p:nvSpPr>
          <p:cNvPr id="4" name="TextBox 3">
            <a:extLst>
              <a:ext uri="{FF2B5EF4-FFF2-40B4-BE49-F238E27FC236}">
                <a16:creationId xmlns:a16="http://schemas.microsoft.com/office/drawing/2014/main" id="{803EC8EF-A8FE-AB4D-91BA-052FD078FD37}"/>
              </a:ext>
            </a:extLst>
          </p:cNvPr>
          <p:cNvSpPr txBox="1"/>
          <p:nvPr/>
        </p:nvSpPr>
        <p:spPr>
          <a:xfrm>
            <a:off x="1638098" y="4813233"/>
            <a:ext cx="8985080" cy="1200329"/>
          </a:xfrm>
          <a:prstGeom prst="rect">
            <a:avLst/>
          </a:prstGeom>
          <a:noFill/>
        </p:spPr>
        <p:txBody>
          <a:bodyPr wrap="square" rtlCol="0">
            <a:spAutoFit/>
          </a:bodyPr>
          <a:lstStyle/>
          <a:p>
            <a:pPr algn="l"/>
            <a:r>
              <a:rPr lang="en-IN" sz="2400"/>
              <a:t>Reference link : https://www.tutorialspoint.com/digital_communication/digital_communication_pulse_code_modulation.htm</a:t>
            </a:r>
            <a:endParaRPr lang="en-US" sz="2400"/>
          </a:p>
        </p:txBody>
      </p:sp>
    </p:spTree>
    <p:extLst>
      <p:ext uri="{BB962C8B-B14F-4D97-AF65-F5344CB8AC3E}">
        <p14:creationId xmlns:p14="http://schemas.microsoft.com/office/powerpoint/2010/main" val="95478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8D229-F953-8B4E-B0B4-B5F413F78E7E}"/>
              </a:ext>
            </a:extLst>
          </p:cNvPr>
          <p:cNvSpPr>
            <a:spLocks noGrp="1"/>
          </p:cNvSpPr>
          <p:nvPr>
            <p:ph type="title"/>
          </p:nvPr>
        </p:nvSpPr>
        <p:spPr>
          <a:xfrm>
            <a:off x="3292942" y="521681"/>
            <a:ext cx="9905998" cy="1478570"/>
          </a:xfrm>
        </p:spPr>
        <p:txBody>
          <a:bodyPr/>
          <a:lstStyle/>
          <a:p>
            <a:r>
              <a:rPr lang="en-US"/>
              <a:t>Waveforms of adm</a:t>
            </a:r>
          </a:p>
        </p:txBody>
      </p:sp>
      <p:pic>
        <p:nvPicPr>
          <p:cNvPr id="4" name="Picture 4">
            <a:extLst>
              <a:ext uri="{FF2B5EF4-FFF2-40B4-BE49-F238E27FC236}">
                <a16:creationId xmlns:a16="http://schemas.microsoft.com/office/drawing/2014/main" id="{9A5CA7BD-B73C-724E-884E-6113016C4F63}"/>
              </a:ext>
            </a:extLst>
          </p:cNvPr>
          <p:cNvPicPr>
            <a:picLocks noGrp="1" noChangeAspect="1"/>
          </p:cNvPicPr>
          <p:nvPr>
            <p:ph idx="1"/>
          </p:nvPr>
        </p:nvPicPr>
        <p:blipFill>
          <a:blip r:embed="rId2"/>
          <a:stretch>
            <a:fillRect/>
          </a:stretch>
        </p:blipFill>
        <p:spPr>
          <a:xfrm>
            <a:off x="1724819" y="2000251"/>
            <a:ext cx="8514556" cy="4502891"/>
          </a:xfrm>
        </p:spPr>
      </p:pic>
    </p:spTree>
    <p:extLst>
      <p:ext uri="{BB962C8B-B14F-4D97-AF65-F5344CB8AC3E}">
        <p14:creationId xmlns:p14="http://schemas.microsoft.com/office/powerpoint/2010/main" val="1646238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F817-A928-5B40-9CBC-57247D6B50C4}"/>
              </a:ext>
            </a:extLst>
          </p:cNvPr>
          <p:cNvSpPr>
            <a:spLocks noGrp="1"/>
          </p:cNvSpPr>
          <p:nvPr>
            <p:ph type="title"/>
          </p:nvPr>
        </p:nvSpPr>
        <p:spPr/>
        <p:txBody>
          <a:bodyPr/>
          <a:lstStyle/>
          <a:p>
            <a:r>
              <a:rPr lang="en-US"/>
              <a:t>Advantages of ADM</a:t>
            </a:r>
          </a:p>
        </p:txBody>
      </p:sp>
      <p:sp>
        <p:nvSpPr>
          <p:cNvPr id="5" name="Content Placeholder 4">
            <a:extLst>
              <a:ext uri="{FF2B5EF4-FFF2-40B4-BE49-F238E27FC236}">
                <a16:creationId xmlns:a16="http://schemas.microsoft.com/office/drawing/2014/main" id="{578EA8C9-5364-4C42-A935-F9516C8642B8}"/>
              </a:ext>
            </a:extLst>
          </p:cNvPr>
          <p:cNvSpPr>
            <a:spLocks noGrp="1"/>
          </p:cNvSpPr>
          <p:nvPr>
            <p:ph idx="1"/>
          </p:nvPr>
        </p:nvSpPr>
        <p:spPr/>
        <p:txBody>
          <a:bodyPr>
            <a:normAutofit fontScale="92500"/>
          </a:bodyPr>
          <a:lstStyle/>
          <a:p>
            <a:r>
              <a:rPr lang="en-US"/>
              <a:t>This modulation can be used to reduce the slope error which is present in delta modulation.
This can be used to remove the granular noises from the signal.
It has an improved signal to noise ratio as compared to that of delta modulation.
ADM has a low pass filter that can be used to remove the quantization noise.
It has a higher dynamic range as compared to delta modulation.
There is no need for error detection in the case of adaptive delta modulation</a:t>
            </a:r>
          </a:p>
        </p:txBody>
      </p:sp>
    </p:spTree>
    <p:extLst>
      <p:ext uri="{BB962C8B-B14F-4D97-AF65-F5344CB8AC3E}">
        <p14:creationId xmlns:p14="http://schemas.microsoft.com/office/powerpoint/2010/main" val="3695779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B51A9-CE1E-F34C-9893-C4BBBA26570C}"/>
              </a:ext>
            </a:extLst>
          </p:cNvPr>
          <p:cNvSpPr>
            <a:spLocks noGrp="1"/>
          </p:cNvSpPr>
          <p:nvPr>
            <p:ph type="title"/>
          </p:nvPr>
        </p:nvSpPr>
        <p:spPr/>
        <p:txBody>
          <a:bodyPr/>
          <a:lstStyle/>
          <a:p>
            <a:r>
              <a:rPr lang="en-US"/>
              <a:t>Applications Of adm</a:t>
            </a:r>
          </a:p>
        </p:txBody>
      </p:sp>
      <p:sp>
        <p:nvSpPr>
          <p:cNvPr id="3" name="Content Placeholder 2">
            <a:extLst>
              <a:ext uri="{FF2B5EF4-FFF2-40B4-BE49-F238E27FC236}">
                <a16:creationId xmlns:a16="http://schemas.microsoft.com/office/drawing/2014/main" id="{6BF3FE5A-D360-F54B-8ED0-AE015894463C}"/>
              </a:ext>
            </a:extLst>
          </p:cNvPr>
          <p:cNvSpPr>
            <a:spLocks noGrp="1"/>
          </p:cNvSpPr>
          <p:nvPr>
            <p:ph idx="1"/>
          </p:nvPr>
        </p:nvSpPr>
        <p:spPr/>
        <p:txBody>
          <a:bodyPr>
            <a:normAutofit fontScale="85000" lnSpcReduction="10000"/>
          </a:bodyPr>
          <a:lstStyle/>
          <a:p>
            <a:r>
              <a:rPr lang="en-US"/>
              <a:t>It is effectively used in audio communications.
It can be used in systems that require improved voice quality.
It is used in voice coding.
It is used in television signal transmission.
The SECURENET line of Motorola uses 12kbit/sec adaptive delta modulation.
It is used by NASA for different communications between spacecraft and mission control.
The US Army also uses adaptive delta modulation in order to conserve bandwidth over various tactical links.</a:t>
            </a:r>
          </a:p>
        </p:txBody>
      </p:sp>
    </p:spTree>
    <p:extLst>
      <p:ext uri="{BB962C8B-B14F-4D97-AF65-F5344CB8AC3E}">
        <p14:creationId xmlns:p14="http://schemas.microsoft.com/office/powerpoint/2010/main" val="3787235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1810E56F-A231-9740-90E4-FE01AE4BD187}"/>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9334135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Circuit</vt:lpstr>
      <vt:lpstr>PowerPoint Presentation</vt:lpstr>
      <vt:lpstr>Adaptive Delta modulation (adm)</vt:lpstr>
      <vt:lpstr>Introduction</vt:lpstr>
      <vt:lpstr>Block diagram of adm Transmitter</vt:lpstr>
      <vt:lpstr>Block diagram of adm receiver</vt:lpstr>
      <vt:lpstr>Implementation of adm</vt:lpstr>
      <vt:lpstr>Pulse modulation of ADM</vt:lpstr>
      <vt:lpstr>PowerPoint Presentation</vt:lpstr>
      <vt:lpstr>Waveforms of adm</vt:lpstr>
      <vt:lpstr>Advantages of ADM</vt:lpstr>
      <vt:lpstr>Applications Of adm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Unknown User</dc:creator>
  <cp:lastModifiedBy>Mahesh Chowdary</cp:lastModifiedBy>
  <cp:revision>4</cp:revision>
  <dcterms:created xsi:type="dcterms:W3CDTF">2021-10-14T06:31:05Z</dcterms:created>
  <dcterms:modified xsi:type="dcterms:W3CDTF">2021-11-08T15:03:38Z</dcterms:modified>
</cp:coreProperties>
</file>
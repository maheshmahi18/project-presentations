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60" r:id="rId5"/>
    <p:sldId id="258" r:id="rId6"/>
    <p:sldId id="259" r:id="rId7"/>
    <p:sldId id="262" r:id="rId8"/>
    <p:sldId id="265"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6" Type="http://schemas.microsoft.com/office/2016/11/relationships/changesInfo" Target="changesInfos/changesInfo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Chowdary" userId="438a3ffe85f3f198" providerId="LiveId" clId="{450C5490-7022-4945-9EB5-793E83B13A1E}"/>
    <pc:docChg chg="modSld">
      <pc:chgData name="Mahesh Chowdary" userId="438a3ffe85f3f198" providerId="LiveId" clId="{450C5490-7022-4945-9EB5-793E83B13A1E}" dt="2021-11-06T05:12:15.111" v="151" actId="14100"/>
      <pc:docMkLst>
        <pc:docMk/>
      </pc:docMkLst>
      <pc:sldChg chg="modSp">
        <pc:chgData name="Mahesh Chowdary" userId="438a3ffe85f3f198" providerId="LiveId" clId="{450C5490-7022-4945-9EB5-793E83B13A1E}" dt="2021-11-06T05:12:15.111" v="151" actId="14100"/>
        <pc:sldMkLst>
          <pc:docMk/>
          <pc:sldMk cId="3452869889" sldId="264"/>
        </pc:sldMkLst>
        <pc:spChg chg="mod">
          <ac:chgData name="Mahesh Chowdary" userId="438a3ffe85f3f198" providerId="LiveId" clId="{450C5490-7022-4945-9EB5-793E83B13A1E}" dt="2021-11-06T05:12:15.111" v="151" actId="14100"/>
          <ac:spMkLst>
            <pc:docMk/>
            <pc:sldMk cId="3452869889" sldId="264"/>
            <ac:spMk id="3" creationId="{00000000-0000-0000-0000-000000000000}"/>
          </ac:spMkLst>
        </pc:spChg>
        <pc:spChg chg="mod">
          <ac:chgData name="Mahesh Chowdary" userId="438a3ffe85f3f198" providerId="LiveId" clId="{450C5490-7022-4945-9EB5-793E83B13A1E}" dt="2021-11-06T05:07:49.959" v="79" actId="1076"/>
          <ac:spMkLst>
            <pc:docMk/>
            <pc:sldMk cId="3452869889" sldId="264"/>
            <ac:spMk id="4" creationId="{00000000-0000-0000-0000-000000000000}"/>
          </ac:spMkLst>
        </pc:spChg>
        <pc:picChg chg="mod">
          <ac:chgData name="Mahesh Chowdary" userId="438a3ffe85f3f198" providerId="LiveId" clId="{450C5490-7022-4945-9EB5-793E83B13A1E}" dt="2021-11-06T05:08:22.545" v="85" actId="1076"/>
          <ac:picMkLst>
            <pc:docMk/>
            <pc:sldMk cId="3452869889" sldId="264"/>
            <ac:picMk id="2"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9DFD553-4AE7-4EEF-BBD8-8D0341C94E37}" type="datetimeFigureOut">
              <a:rPr lang="en-IN" smtClean="0"/>
              <a:t>06-11-2021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302214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DFD553-4AE7-4EEF-BBD8-8D0341C94E37}" type="datetimeFigureOut">
              <a:rPr lang="en-IN" smtClean="0"/>
              <a:t>06-11-2021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491490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DFD553-4AE7-4EEF-BBD8-8D0341C94E37}" type="datetimeFigureOut">
              <a:rPr lang="en-IN" smtClean="0"/>
              <a:t>06-11-2021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354625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9DFD553-4AE7-4EEF-BBD8-8D0341C94E37}" type="datetimeFigureOut">
              <a:rPr lang="en-IN" smtClean="0"/>
              <a:t>06-11-2021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3764372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9DFD553-4AE7-4EEF-BBD8-8D0341C94E37}" type="datetimeFigureOut">
              <a:rPr lang="en-IN" smtClean="0"/>
              <a:t>06-11-2021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991854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9DFD553-4AE7-4EEF-BBD8-8D0341C94E37}" type="datetimeFigureOut">
              <a:rPr lang="en-IN" smtClean="0"/>
              <a:t>06-11-2021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722245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FD553-4AE7-4EEF-BBD8-8D0341C94E37}" type="datetimeFigureOut">
              <a:rPr lang="en-IN" smtClean="0"/>
              <a:t>06-11-2021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3890366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FD553-4AE7-4EEF-BBD8-8D0341C94E37}" type="datetimeFigureOut">
              <a:rPr lang="en-IN" smtClean="0"/>
              <a:t>06-11-2021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381150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FD553-4AE7-4EEF-BBD8-8D0341C94E37}" type="datetimeFigureOut">
              <a:rPr lang="en-IN" smtClean="0"/>
              <a:t>06-11-2021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437494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DFD553-4AE7-4EEF-BBD8-8D0341C94E37}" type="datetimeFigureOut">
              <a:rPr lang="en-IN" smtClean="0"/>
              <a:t>06-11-2021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1661687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DFD553-4AE7-4EEF-BBD8-8D0341C94E37}" type="datetimeFigureOut">
              <a:rPr lang="en-IN" smtClean="0"/>
              <a:t>06-11-2021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AE0FC-5D23-4557-B80D-AA386A875230}" type="slidenum">
              <a:rPr lang="en-IN" smtClean="0"/>
              <a:t>‹#›</a:t>
            </a:fld>
            <a:endParaRPr lang="en-IN"/>
          </a:p>
        </p:txBody>
      </p:sp>
    </p:spTree>
    <p:extLst>
      <p:ext uri="{BB962C8B-B14F-4D97-AF65-F5344CB8AC3E}">
        <p14:creationId xmlns:p14="http://schemas.microsoft.com/office/powerpoint/2010/main" val="2764876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FD553-4AE7-4EEF-BBD8-8D0341C94E37}" type="datetimeFigureOut">
              <a:rPr lang="en-IN" smtClean="0"/>
              <a:t>06-11-2021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7AE0FC-5D23-4557-B80D-AA386A875230}" type="slidenum">
              <a:rPr lang="en-IN" smtClean="0"/>
              <a:t>‹#›</a:t>
            </a:fld>
            <a:endParaRPr lang="en-IN"/>
          </a:p>
        </p:txBody>
      </p:sp>
    </p:spTree>
    <p:extLst>
      <p:ext uri="{BB962C8B-B14F-4D97-AF65-F5344CB8AC3E}">
        <p14:creationId xmlns:p14="http://schemas.microsoft.com/office/powerpoint/2010/main" val="573225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hyperlink" Target="https://projectsgeek.com/2016/01/faculty-book-system-java-project.html" TargetMode="External" /><Relationship Id="rId2" Type="http://schemas.openxmlformats.org/officeDocument/2006/relationships/image" Target="../media/image2.jpg" /><Relationship Id="rId1" Type="http://schemas.openxmlformats.org/officeDocument/2006/relationships/slideLayout" Target="../slideLayouts/slideLayout7.xml" /><Relationship Id="rId4" Type="http://schemas.openxmlformats.org/officeDocument/2006/relationships/image" Target="../media/image7.jpg" /></Relationships>
</file>

<file path=ppt/slides/_rels/slide10.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07B017E-2FC9-0A43-B72E-F3BF221852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3" y="1"/>
            <a:ext cx="12202845" cy="6857999"/>
          </a:xfrm>
          <a:prstGeom prst="rect">
            <a:avLst/>
          </a:prstGeom>
        </p:spPr>
      </p:pic>
    </p:spTree>
    <p:extLst>
      <p:ext uri="{BB962C8B-B14F-4D97-AF65-F5344CB8AC3E}">
        <p14:creationId xmlns:p14="http://schemas.microsoft.com/office/powerpoint/2010/main" val="1220465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4" name="TextBox 3"/>
          <p:cNvSpPr txBox="1"/>
          <p:nvPr/>
        </p:nvSpPr>
        <p:spPr>
          <a:xfrm>
            <a:off x="613954" y="418012"/>
            <a:ext cx="3069772" cy="707886"/>
          </a:xfrm>
          <a:prstGeom prst="rect">
            <a:avLst/>
          </a:prstGeom>
          <a:noFill/>
        </p:spPr>
        <p:txBody>
          <a:bodyPr wrap="square" rtlCol="0">
            <a:spAutoFit/>
          </a:bodyPr>
          <a:lstStyle/>
          <a:p>
            <a:r>
              <a:rPr lang="en-IN" sz="4000" b="1" i="1" u="sng" dirty="0">
                <a:latin typeface="Agency FB" panose="020B0503020202020204" pitchFamily="34" charset="0"/>
              </a:rPr>
              <a:t>Objective:</a:t>
            </a:r>
          </a:p>
        </p:txBody>
      </p:sp>
      <p:sp>
        <p:nvSpPr>
          <p:cNvPr id="5" name="TextBox 4"/>
          <p:cNvSpPr txBox="1"/>
          <p:nvPr/>
        </p:nvSpPr>
        <p:spPr>
          <a:xfrm>
            <a:off x="522514" y="1881051"/>
            <a:ext cx="3892732" cy="4401205"/>
          </a:xfrm>
          <a:prstGeom prst="rect">
            <a:avLst/>
          </a:prstGeom>
          <a:noFill/>
        </p:spPr>
        <p:txBody>
          <a:bodyPr wrap="square" rtlCol="0">
            <a:spAutoFit/>
          </a:bodyPr>
          <a:lstStyle/>
          <a:p>
            <a:r>
              <a:rPr lang="en-US" sz="2800" b="1" i="1" dirty="0">
                <a:solidFill>
                  <a:schemeClr val="bg1"/>
                </a:solidFill>
              </a:rPr>
              <a:t>This Faculty Book System project developed in JAVA is used as an asset for keeping record of faculty books. Thus it helps in </a:t>
            </a:r>
            <a:r>
              <a:rPr lang="en-US" sz="2800" b="1" i="1" dirty="0" err="1">
                <a:solidFill>
                  <a:schemeClr val="bg1"/>
                </a:solidFill>
              </a:rPr>
              <a:t>minimising</a:t>
            </a:r>
            <a:r>
              <a:rPr lang="en-US" sz="2800" b="1" i="1" dirty="0">
                <a:solidFill>
                  <a:schemeClr val="bg1"/>
                </a:solidFill>
              </a:rPr>
              <a:t> manual work and makes it easy to access and store lists in a simple and efficient manner. </a:t>
            </a:r>
            <a:endParaRPr lang="en-IN" sz="2800" b="1" i="1" dirty="0">
              <a:solidFill>
                <a:schemeClr val="bg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241" y="1881051"/>
            <a:ext cx="5079206" cy="3422469"/>
          </a:xfrm>
          <a:prstGeom prst="rect">
            <a:avLst/>
          </a:prstGeom>
        </p:spPr>
      </p:pic>
    </p:spTree>
    <p:extLst>
      <p:ext uri="{BB962C8B-B14F-4D97-AF65-F5344CB8AC3E}">
        <p14:creationId xmlns:p14="http://schemas.microsoft.com/office/powerpoint/2010/main" val="2062564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3" name="TextBox 2"/>
          <p:cNvSpPr txBox="1"/>
          <p:nvPr/>
        </p:nvSpPr>
        <p:spPr>
          <a:xfrm>
            <a:off x="457199" y="1743569"/>
            <a:ext cx="4180115" cy="3970318"/>
          </a:xfrm>
          <a:prstGeom prst="rect">
            <a:avLst/>
          </a:prstGeom>
          <a:noFill/>
        </p:spPr>
        <p:txBody>
          <a:bodyPr wrap="square" rtlCol="0">
            <a:spAutoFit/>
          </a:bodyPr>
          <a:lstStyle/>
          <a:p>
            <a:r>
              <a:rPr lang="en-US" sz="2800" b="1" i="1" dirty="0">
                <a:solidFill>
                  <a:schemeClr val="bg1"/>
                </a:solidFill>
              </a:rPr>
              <a:t>The software is pre-loaded with the list of the faculty and the students. It stores information related to the issue of any particular book to a faculty or a student along with the date of issue and the date of return.</a:t>
            </a:r>
            <a:endParaRPr lang="en-IN" sz="2800" b="1" i="1" dirty="0">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43569"/>
            <a:ext cx="5305425" cy="3790950"/>
          </a:xfrm>
          <a:prstGeom prst="rect">
            <a:avLst/>
          </a:prstGeom>
        </p:spPr>
      </p:pic>
    </p:spTree>
    <p:extLst>
      <p:ext uri="{BB962C8B-B14F-4D97-AF65-F5344CB8AC3E}">
        <p14:creationId xmlns:p14="http://schemas.microsoft.com/office/powerpoint/2010/main" val="3711360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202"/>
            <a:ext cx="12192000" cy="6886202"/>
          </a:xfrm>
          <a:prstGeom prst="rect">
            <a:avLst/>
          </a:prstGeom>
        </p:spPr>
      </p:pic>
      <p:sp>
        <p:nvSpPr>
          <p:cNvPr id="3" name="TextBox 2"/>
          <p:cNvSpPr txBox="1"/>
          <p:nvPr/>
        </p:nvSpPr>
        <p:spPr>
          <a:xfrm>
            <a:off x="300446" y="339634"/>
            <a:ext cx="2769326" cy="646331"/>
          </a:xfrm>
          <a:prstGeom prst="rect">
            <a:avLst/>
          </a:prstGeom>
          <a:noFill/>
        </p:spPr>
        <p:txBody>
          <a:bodyPr wrap="square" rtlCol="0">
            <a:spAutoFit/>
          </a:bodyPr>
          <a:lstStyle/>
          <a:p>
            <a:r>
              <a:rPr lang="en-IN" sz="3600" b="1" i="1" dirty="0">
                <a:latin typeface="Agency FB" panose="020B0503020202020204" pitchFamily="34" charset="0"/>
              </a:rPr>
              <a:t> </a:t>
            </a:r>
            <a:r>
              <a:rPr lang="en-IN" sz="3600" b="1" i="1" u="sng" dirty="0">
                <a:latin typeface="Agency FB" panose="020B0503020202020204" pitchFamily="34" charset="0"/>
              </a:rPr>
              <a:t>Features</a:t>
            </a:r>
            <a:r>
              <a:rPr lang="en-IN" sz="3600" b="1" i="1" dirty="0">
                <a:latin typeface="Agency FB" panose="020B0503020202020204" pitchFamily="34" charset="0"/>
              </a:rPr>
              <a:t>:</a:t>
            </a:r>
          </a:p>
        </p:txBody>
      </p:sp>
      <p:sp>
        <p:nvSpPr>
          <p:cNvPr id="4" name="TextBox 3"/>
          <p:cNvSpPr txBox="1"/>
          <p:nvPr/>
        </p:nvSpPr>
        <p:spPr>
          <a:xfrm>
            <a:off x="300446" y="1606732"/>
            <a:ext cx="4872445" cy="4893647"/>
          </a:xfrm>
          <a:prstGeom prst="rect">
            <a:avLst/>
          </a:prstGeom>
          <a:noFill/>
        </p:spPr>
        <p:txBody>
          <a:bodyPr wrap="square" rtlCol="0">
            <a:spAutoFit/>
          </a:bodyPr>
          <a:lstStyle/>
          <a:p>
            <a:r>
              <a:rPr lang="en-US" sz="2400" b="1" i="1" dirty="0">
                <a:solidFill>
                  <a:schemeClr val="bg1"/>
                </a:solidFill>
              </a:rPr>
              <a:t>  Faculty Book System features also include adding or removing items from the database. Regular updates can be made in an efficient manner. It spares the college administration long and tedious hours of manual work. Searching through the database is also fairly easy through the find feature of the software. The faculty book details, book details, course details, faculty books list options provide direct means to access the various modules.</a:t>
            </a:r>
            <a:endParaRPr lang="en-IN" sz="2400" b="1" i="1" dirty="0">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0063" y="1606732"/>
            <a:ext cx="3467011" cy="4705230"/>
          </a:xfrm>
          <a:prstGeom prst="rect">
            <a:avLst/>
          </a:prstGeom>
        </p:spPr>
      </p:pic>
    </p:spTree>
    <p:extLst>
      <p:ext uri="{BB962C8B-B14F-4D97-AF65-F5344CB8AC3E}">
        <p14:creationId xmlns:p14="http://schemas.microsoft.com/office/powerpoint/2010/main" val="423795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202"/>
            <a:ext cx="12192000" cy="6886202"/>
          </a:xfrm>
          <a:prstGeom prst="rect">
            <a:avLst/>
          </a:prstGeom>
        </p:spPr>
      </p:pic>
      <p:sp>
        <p:nvSpPr>
          <p:cNvPr id="3" name="TextBox 2"/>
          <p:cNvSpPr txBox="1"/>
          <p:nvPr/>
        </p:nvSpPr>
        <p:spPr>
          <a:xfrm>
            <a:off x="365761" y="1554480"/>
            <a:ext cx="4637314" cy="4893647"/>
          </a:xfrm>
          <a:prstGeom prst="rect">
            <a:avLst/>
          </a:prstGeom>
          <a:noFill/>
        </p:spPr>
        <p:txBody>
          <a:bodyPr wrap="square" rtlCol="0">
            <a:spAutoFit/>
          </a:bodyPr>
          <a:lstStyle/>
          <a:p>
            <a:r>
              <a:rPr lang="en-US" sz="2400" b="1" i="1" dirty="0">
                <a:solidFill>
                  <a:schemeClr val="bg1"/>
                </a:solidFill>
              </a:rPr>
              <a:t> Compared to traditional means of using software like Excel and Access to record and store databases, this system provides a hassle free solution to keep the library records safe and intact. One can easily navigate through the records using the Show Previous Record and Show Next Record options on the panel. This easy to use interface which is user-friendly makes any new user to incorporate it in their usual work routines.</a:t>
            </a:r>
            <a:endParaRPr lang="en-IN" sz="2400" b="1" i="1" dirty="0">
              <a:solidFill>
                <a:schemeClr val="bg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8483" y="1554480"/>
            <a:ext cx="3797977" cy="3797977"/>
          </a:xfrm>
          <a:prstGeom prst="rect">
            <a:avLst/>
          </a:prstGeom>
        </p:spPr>
      </p:pic>
    </p:spTree>
    <p:extLst>
      <p:ext uri="{BB962C8B-B14F-4D97-AF65-F5344CB8AC3E}">
        <p14:creationId xmlns:p14="http://schemas.microsoft.com/office/powerpoint/2010/main" val="310591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6" name="TextBox 5"/>
          <p:cNvSpPr txBox="1"/>
          <p:nvPr/>
        </p:nvSpPr>
        <p:spPr>
          <a:xfrm>
            <a:off x="2913017" y="0"/>
            <a:ext cx="5656218" cy="769441"/>
          </a:xfrm>
          <a:prstGeom prst="rect">
            <a:avLst/>
          </a:prstGeom>
          <a:noFill/>
        </p:spPr>
        <p:txBody>
          <a:bodyPr wrap="square" rtlCol="0">
            <a:spAutoFit/>
          </a:bodyPr>
          <a:lstStyle/>
          <a:p>
            <a:pPr algn="ctr"/>
            <a:r>
              <a:rPr lang="en-IN" sz="4400" b="1" i="1" dirty="0">
                <a:latin typeface="Agency FB" panose="020B0503020202020204" pitchFamily="34" charset="0"/>
              </a:rPr>
              <a:t>Existing System</a:t>
            </a:r>
            <a:r>
              <a:rPr lang="en-IN" sz="4400" i="1" dirty="0">
                <a:latin typeface="Agency FB" panose="020B0503020202020204" pitchFamily="34" charset="0"/>
              </a:rPr>
              <a:t>:</a:t>
            </a:r>
          </a:p>
        </p:txBody>
      </p:sp>
      <p:sp>
        <p:nvSpPr>
          <p:cNvPr id="7" name="TextBox 6"/>
          <p:cNvSpPr txBox="1"/>
          <p:nvPr/>
        </p:nvSpPr>
        <p:spPr>
          <a:xfrm>
            <a:off x="372292" y="1841863"/>
            <a:ext cx="10737668" cy="3539430"/>
          </a:xfrm>
          <a:prstGeom prst="rect">
            <a:avLst/>
          </a:prstGeom>
          <a:noFill/>
        </p:spPr>
        <p:txBody>
          <a:bodyPr wrap="square" rtlCol="0">
            <a:spAutoFit/>
          </a:bodyPr>
          <a:lstStyle/>
          <a:p>
            <a:pPr algn="ctr"/>
            <a:r>
              <a:rPr lang="en-US" sz="3200" b="1" i="1" dirty="0">
                <a:solidFill>
                  <a:schemeClr val="bg1"/>
                </a:solidFill>
              </a:rPr>
              <a:t>Usually the college staffs make use of different word processing software to store and access information. But searching through them makes it a lot difficult to easily maintain them. The problems of data duplicity and data redundancy pose a big threat in such cases. In case of any updating, all the files have to be individually updated with the new data which consumes a lot of time and energy.</a:t>
            </a:r>
          </a:p>
        </p:txBody>
      </p:sp>
    </p:spTree>
    <p:extLst>
      <p:ext uri="{BB962C8B-B14F-4D97-AF65-F5344CB8AC3E}">
        <p14:creationId xmlns:p14="http://schemas.microsoft.com/office/powerpoint/2010/main" val="1102868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3" name="TextBox 2"/>
          <p:cNvSpPr txBox="1"/>
          <p:nvPr/>
        </p:nvSpPr>
        <p:spPr>
          <a:xfrm>
            <a:off x="3435532" y="0"/>
            <a:ext cx="4323805" cy="769441"/>
          </a:xfrm>
          <a:prstGeom prst="rect">
            <a:avLst/>
          </a:prstGeom>
          <a:noFill/>
        </p:spPr>
        <p:txBody>
          <a:bodyPr wrap="square" rtlCol="0">
            <a:spAutoFit/>
          </a:bodyPr>
          <a:lstStyle/>
          <a:p>
            <a:pPr algn="ctr"/>
            <a:r>
              <a:rPr lang="en-IN" sz="4400" b="1" i="1" u="sng" dirty="0">
                <a:latin typeface="Agency FB" panose="020B0503020202020204" pitchFamily="34" charset="0"/>
              </a:rPr>
              <a:t>Proposed System:</a:t>
            </a:r>
            <a:endParaRPr lang="en-IN" sz="4400" i="1" u="sng" dirty="0">
              <a:latin typeface="Agency FB" panose="020B0503020202020204" pitchFamily="34" charset="0"/>
            </a:endParaRPr>
          </a:p>
        </p:txBody>
      </p:sp>
      <p:sp>
        <p:nvSpPr>
          <p:cNvPr id="4" name="TextBox 3"/>
          <p:cNvSpPr txBox="1"/>
          <p:nvPr/>
        </p:nvSpPr>
        <p:spPr>
          <a:xfrm>
            <a:off x="511628" y="1842662"/>
            <a:ext cx="11168743" cy="3970318"/>
          </a:xfrm>
          <a:prstGeom prst="rect">
            <a:avLst/>
          </a:prstGeom>
          <a:noFill/>
        </p:spPr>
        <p:txBody>
          <a:bodyPr wrap="square" rtlCol="0">
            <a:spAutoFit/>
          </a:bodyPr>
          <a:lstStyle/>
          <a:p>
            <a:pPr algn="ctr"/>
            <a:r>
              <a:rPr lang="en-US" sz="2800" b="1" i="1" dirty="0">
                <a:solidFill>
                  <a:schemeClr val="bg1"/>
                </a:solidFill>
              </a:rPr>
              <a:t>This new user-friendly Faculty Book System software is designed to resolve problems generally associated with the manual and traditional techniques. It clusters information into well defined sections and accordingly stores them as a database. This makes it easy to search, update or delete records and reduce data redundancy and duplicity. One can directly access the faculty book list, the book list, the course list and the faculty book details without having to look up everything. It can be integrated easily with the day to day work pattern. This system </a:t>
            </a:r>
            <a:r>
              <a:rPr lang="en-US" sz="2800" b="1" i="1" dirty="0" err="1">
                <a:solidFill>
                  <a:schemeClr val="bg1"/>
                </a:solidFill>
              </a:rPr>
              <a:t>minimises</a:t>
            </a:r>
            <a:r>
              <a:rPr lang="en-US" sz="2800" b="1" i="1" dirty="0">
                <a:solidFill>
                  <a:schemeClr val="bg1"/>
                </a:solidFill>
              </a:rPr>
              <a:t> the drawbacks faced presently in the existing systems.</a:t>
            </a:r>
            <a:endParaRPr lang="en-IN" sz="2800" b="1" i="1" dirty="0">
              <a:solidFill>
                <a:schemeClr val="bg1"/>
              </a:solidFill>
            </a:endParaRPr>
          </a:p>
        </p:txBody>
      </p:sp>
    </p:spTree>
    <p:extLst>
      <p:ext uri="{BB962C8B-B14F-4D97-AF65-F5344CB8AC3E}">
        <p14:creationId xmlns:p14="http://schemas.microsoft.com/office/powerpoint/2010/main" val="1587748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3" name="TextBox 2"/>
          <p:cNvSpPr txBox="1"/>
          <p:nvPr/>
        </p:nvSpPr>
        <p:spPr>
          <a:xfrm>
            <a:off x="2690949" y="0"/>
            <a:ext cx="6165668" cy="646331"/>
          </a:xfrm>
          <a:prstGeom prst="rect">
            <a:avLst/>
          </a:prstGeom>
          <a:noFill/>
        </p:spPr>
        <p:txBody>
          <a:bodyPr wrap="square" rtlCol="0">
            <a:spAutoFit/>
          </a:bodyPr>
          <a:lstStyle/>
          <a:p>
            <a:pPr algn="ctr"/>
            <a:r>
              <a:rPr lang="en-IN" sz="3600" b="1" i="1" u="sng" dirty="0"/>
              <a:t>Faculty Book System Modules</a:t>
            </a:r>
            <a:endParaRPr lang="en-IN" sz="3600" i="1" u="sng" dirty="0"/>
          </a:p>
        </p:txBody>
      </p:sp>
      <p:sp>
        <p:nvSpPr>
          <p:cNvPr id="4" name="TextBox 3"/>
          <p:cNvSpPr txBox="1"/>
          <p:nvPr/>
        </p:nvSpPr>
        <p:spPr>
          <a:xfrm>
            <a:off x="1556657" y="1490518"/>
            <a:ext cx="9078686" cy="5262979"/>
          </a:xfrm>
          <a:prstGeom prst="rect">
            <a:avLst/>
          </a:prstGeom>
          <a:noFill/>
        </p:spPr>
        <p:txBody>
          <a:bodyPr wrap="square" rtlCol="0">
            <a:spAutoFit/>
          </a:bodyPr>
          <a:lstStyle/>
          <a:p>
            <a:r>
              <a:rPr lang="en-US" sz="2400" b="1" i="1" dirty="0">
                <a:solidFill>
                  <a:schemeClr val="bg1"/>
                </a:solidFill>
              </a:rPr>
              <a:t>1) Faculty book details module:– This module takes the details of the books and the course they are recommended for.</a:t>
            </a:r>
          </a:p>
          <a:p>
            <a:endParaRPr lang="en-US" sz="2400" b="1" i="1" dirty="0">
              <a:solidFill>
                <a:schemeClr val="bg1"/>
              </a:solidFill>
            </a:endParaRPr>
          </a:p>
          <a:p>
            <a:r>
              <a:rPr lang="en-US" sz="2400" b="1" i="1" dirty="0">
                <a:solidFill>
                  <a:schemeClr val="bg1"/>
                </a:solidFill>
              </a:rPr>
              <a:t>2) Book module:– This module contains information of all the books registered with the system including book name, book number, publication, year of publication, edition, retail price, and the type of book, i.e., recommended reading or prescribed.</a:t>
            </a:r>
          </a:p>
          <a:p>
            <a:endParaRPr lang="en-US" sz="2400" b="1" i="1" dirty="0">
              <a:solidFill>
                <a:schemeClr val="bg1"/>
              </a:solidFill>
            </a:endParaRPr>
          </a:p>
          <a:p>
            <a:r>
              <a:rPr lang="en-US" sz="2400" b="1" i="1" dirty="0">
                <a:solidFill>
                  <a:schemeClr val="bg1"/>
                </a:solidFill>
              </a:rPr>
              <a:t>3) Course module:– This module consists of information about the course number and course name.</a:t>
            </a:r>
          </a:p>
          <a:p>
            <a:endParaRPr lang="en-US" sz="2400" b="1" i="1" dirty="0">
              <a:solidFill>
                <a:schemeClr val="bg1"/>
              </a:solidFill>
            </a:endParaRPr>
          </a:p>
          <a:p>
            <a:r>
              <a:rPr lang="en-US" sz="2400" b="1" i="1" dirty="0">
                <a:solidFill>
                  <a:schemeClr val="bg1"/>
                </a:solidFill>
              </a:rPr>
              <a:t>4) Faculty book list:– This modules displays the list of all the textbooks available which can be sorted by the course number or by the textbook name.</a:t>
            </a:r>
          </a:p>
        </p:txBody>
      </p:sp>
    </p:spTree>
    <p:extLst>
      <p:ext uri="{BB962C8B-B14F-4D97-AF65-F5344CB8AC3E}">
        <p14:creationId xmlns:p14="http://schemas.microsoft.com/office/powerpoint/2010/main" val="2044088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6202"/>
          </a:xfrm>
          <a:prstGeom prst="rect">
            <a:avLst/>
          </a:prstGeom>
        </p:spPr>
      </p:pic>
      <p:sp>
        <p:nvSpPr>
          <p:cNvPr id="3" name="TextBox 2"/>
          <p:cNvSpPr txBox="1"/>
          <p:nvPr/>
        </p:nvSpPr>
        <p:spPr>
          <a:xfrm>
            <a:off x="256716" y="1818101"/>
            <a:ext cx="5696663" cy="4401205"/>
          </a:xfrm>
          <a:prstGeom prst="rect">
            <a:avLst/>
          </a:prstGeom>
          <a:noFill/>
        </p:spPr>
        <p:txBody>
          <a:bodyPr wrap="square" rtlCol="0">
            <a:spAutoFit/>
          </a:bodyPr>
          <a:lstStyle/>
          <a:p>
            <a:r>
              <a:rPr lang="en-IN" sz="2000" b="1" i="1" u="sng" dirty="0">
                <a:solidFill>
                  <a:schemeClr val="bg1"/>
                </a:solidFill>
              </a:rPr>
              <a:t>Technology Used</a:t>
            </a:r>
            <a:endParaRPr lang="en-IN" sz="2000" i="1" u="sng" dirty="0">
              <a:solidFill>
                <a:schemeClr val="bg1"/>
              </a:solidFill>
            </a:endParaRPr>
          </a:p>
          <a:p>
            <a:r>
              <a:rPr lang="en-IN" sz="2000" b="1" i="1" dirty="0">
                <a:solidFill>
                  <a:schemeClr val="bg1"/>
                </a:solidFill>
              </a:rPr>
              <a:t>-&gt;</a:t>
            </a:r>
            <a:r>
              <a:rPr lang="en-IN" sz="2000" dirty="0">
                <a:solidFill>
                  <a:schemeClr val="bg1"/>
                </a:solidFill>
              </a:rPr>
              <a:t> Java</a:t>
            </a:r>
          </a:p>
          <a:p>
            <a:endParaRPr lang="en-IN" sz="2000" dirty="0">
              <a:solidFill>
                <a:schemeClr val="bg1"/>
              </a:solidFill>
            </a:endParaRPr>
          </a:p>
          <a:p>
            <a:r>
              <a:rPr lang="en-IN" sz="2000" b="1" i="1" u="sng" dirty="0">
                <a:solidFill>
                  <a:schemeClr val="bg1"/>
                </a:solidFill>
              </a:rPr>
              <a:t>Software Requirements</a:t>
            </a:r>
            <a:endParaRPr lang="en-IN" sz="2000" i="1" u="sng" dirty="0">
              <a:solidFill>
                <a:schemeClr val="bg1"/>
              </a:solidFill>
            </a:endParaRPr>
          </a:p>
          <a:p>
            <a:r>
              <a:rPr lang="en-IN" sz="2000" b="1" i="1" dirty="0">
                <a:solidFill>
                  <a:schemeClr val="bg1"/>
                </a:solidFill>
              </a:rPr>
              <a:t>-&gt;</a:t>
            </a:r>
            <a:r>
              <a:rPr lang="en-IN" sz="2000" dirty="0">
                <a:solidFill>
                  <a:schemeClr val="bg1"/>
                </a:solidFill>
              </a:rPr>
              <a:t> Java </a:t>
            </a:r>
            <a:r>
              <a:rPr lang="en-IN" sz="2000">
                <a:solidFill>
                  <a:schemeClr val="bg1"/>
                </a:solidFill>
              </a:rPr>
              <a:t>Virtual Machine</a:t>
            </a:r>
          </a:p>
          <a:p>
            <a:r>
              <a:rPr lang="en-IN" sz="2000">
                <a:solidFill>
                  <a:schemeClr val="bg1"/>
                </a:solidFill>
              </a:rPr>
              <a:t>    Java code for faculty book system</a:t>
            </a:r>
          </a:p>
          <a:p>
            <a:r>
              <a:rPr lang="en-IN" sz="2000">
                <a:solidFill>
                  <a:schemeClr val="bg1"/>
                </a:solidFill>
              </a:rPr>
              <a:t>    </a:t>
            </a:r>
            <a:r>
              <a:rPr lang="en-IN" sz="2000" u="sng">
                <a:solidFill>
                  <a:schemeClr val="bg1"/>
                </a:solidFill>
              </a:rPr>
              <a:t>Link</a:t>
            </a:r>
          </a:p>
          <a:p>
            <a:r>
              <a:rPr lang="en-IN" sz="2000" u="sng">
                <a:solidFill>
                  <a:schemeClr val="accent1"/>
                </a:solidFill>
                <a:hlinkClick r:id="rId3">
                  <a:extLst>
                    <a:ext uri="{A12FA001-AC4F-418D-AE19-62706E023703}">
                      <ahyp:hlinkClr xmlns:ahyp="http://schemas.microsoft.com/office/drawing/2018/hyperlinkcolor" val="tx"/>
                    </a:ext>
                  </a:extLst>
                </a:hlinkClick>
              </a:rPr>
              <a:t>    https://projectsgeek.com/2016/01/faculty-book-system-java-project.html</a:t>
            </a:r>
            <a:endParaRPr lang="en-IN" sz="2000" u="sng">
              <a:solidFill>
                <a:schemeClr val="accent1"/>
              </a:solidFill>
            </a:endParaRPr>
          </a:p>
          <a:p>
            <a:endParaRPr lang="en-IN" sz="2000" dirty="0">
              <a:solidFill>
                <a:schemeClr val="bg1"/>
              </a:solidFill>
            </a:endParaRPr>
          </a:p>
          <a:p>
            <a:r>
              <a:rPr lang="en-IN" sz="2000" b="1" i="1" u="sng" dirty="0">
                <a:solidFill>
                  <a:schemeClr val="bg1"/>
                </a:solidFill>
              </a:rPr>
              <a:t>Hardware Requirements</a:t>
            </a:r>
          </a:p>
          <a:p>
            <a:r>
              <a:rPr lang="en-IN" sz="2000" b="1" i="1" dirty="0">
                <a:solidFill>
                  <a:schemeClr val="bg1"/>
                </a:solidFill>
              </a:rPr>
              <a:t>-&gt;</a:t>
            </a:r>
            <a:r>
              <a:rPr lang="en-IN" sz="2000" dirty="0">
                <a:solidFill>
                  <a:schemeClr val="bg1"/>
                </a:solidFill>
              </a:rPr>
              <a:t> Hard Disk – 8 GB.</a:t>
            </a:r>
          </a:p>
          <a:p>
            <a:r>
              <a:rPr lang="en-IN" sz="2000" b="1" i="1" dirty="0">
                <a:solidFill>
                  <a:schemeClr val="bg1"/>
                </a:solidFill>
              </a:rPr>
              <a:t>-&gt;</a:t>
            </a:r>
            <a:r>
              <a:rPr lang="en-IN" sz="2000" dirty="0">
                <a:solidFill>
                  <a:schemeClr val="bg1"/>
                </a:solidFill>
              </a:rPr>
              <a:t> RAM – 1 GB(min).</a:t>
            </a:r>
          </a:p>
          <a:p>
            <a:endParaRPr lang="en-IN" sz="2000" dirty="0">
              <a:solidFill>
                <a:schemeClr val="bg1"/>
              </a:solidFill>
            </a:endParaRPr>
          </a:p>
        </p:txBody>
      </p:sp>
      <p:sp>
        <p:nvSpPr>
          <p:cNvPr id="4" name="TextBox 3"/>
          <p:cNvSpPr txBox="1"/>
          <p:nvPr/>
        </p:nvSpPr>
        <p:spPr>
          <a:xfrm>
            <a:off x="2237939" y="281057"/>
            <a:ext cx="6335486" cy="646331"/>
          </a:xfrm>
          <a:prstGeom prst="rect">
            <a:avLst/>
          </a:prstGeom>
          <a:noFill/>
        </p:spPr>
        <p:txBody>
          <a:bodyPr wrap="square" rtlCol="0">
            <a:spAutoFit/>
          </a:bodyPr>
          <a:lstStyle/>
          <a:p>
            <a:pPr algn="ctr"/>
            <a:r>
              <a:rPr lang="en-IN" sz="3600" b="1" i="1" u="sng" dirty="0">
                <a:latin typeface="Agency FB" panose="020B0503020202020204" pitchFamily="34" charset="0"/>
              </a:rPr>
              <a:t>Technology and Requirements:</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9560" y="1951898"/>
            <a:ext cx="6374891" cy="298240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3452869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1D8B308-6CC1-764C-8334-E70985A00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527247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430</Words>
  <Application>Microsoft Office PowerPoint</Application>
  <PresentationFormat>Widescreen</PresentationFormat>
  <Paragraphs>29</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Mahesh Chowdary</cp:lastModifiedBy>
  <cp:revision>11</cp:revision>
  <dcterms:created xsi:type="dcterms:W3CDTF">2021-11-03T06:38:14Z</dcterms:created>
  <dcterms:modified xsi:type="dcterms:W3CDTF">2021-11-06T05:12:25Z</dcterms:modified>
</cp:coreProperties>
</file>
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3" r:id="rId3"/>
    <p:sldId id="257" r:id="rId4"/>
    <p:sldId id="256" r:id="rId5"/>
    <p:sldId id="258" r:id="rId6"/>
    <p:sldId id="261" r:id="rId7"/>
    <p:sldId id="269" r:id="rId8"/>
    <p:sldId id="266" r:id="rId9"/>
    <p:sldId id="267" r:id="rId10"/>
    <p:sldId id="262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72EA2-1E40-4023-9C58-26D6D3BB8C52}" v="5" dt="2021-08-28T08:42:32.596"/>
    <p1510:client id="{72D681C2-4BF7-774B-9DFA-C5BE1E4E629C}" v="14" dt="2021-08-26T05:55:28.942"/>
    <p1510:client id="{99A03853-E65A-4216-95A9-93124539BDEB}" v="698" dt="2021-08-25T06:04:18.038"/>
    <p1510:client id="{F93D8A28-B86C-4073-B132-32B1E828D448}" v="18" dt="2021-08-25T06:09:48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Chowdary" userId="438a3ffe85f3f198" providerId="Windows Live" clId="Web-{F93D8A28-B86C-4073-B132-32B1E828D448}"/>
    <pc:docChg chg="addSld delSld modSld sldOrd">
      <pc:chgData name="Mahesh Chowdary" userId="438a3ffe85f3f198" providerId="Windows Live" clId="Web-{F93D8A28-B86C-4073-B132-32B1E828D448}" dt="2021-08-25T06:09:48.749" v="17"/>
      <pc:docMkLst>
        <pc:docMk/>
      </pc:docMkLst>
      <pc:sldChg chg="modTransition">
        <pc:chgData name="Mahesh Chowdary" userId="438a3ffe85f3f198" providerId="Windows Live" clId="Web-{F93D8A28-B86C-4073-B132-32B1E828D448}" dt="2021-08-25T06:08:56.748" v="15"/>
        <pc:sldMkLst>
          <pc:docMk/>
          <pc:sldMk cId="3620899676" sldId="257"/>
        </pc:sldMkLst>
      </pc:sldChg>
      <pc:sldChg chg="modTransition">
        <pc:chgData name="Mahesh Chowdary" userId="438a3ffe85f3f198" providerId="Windows Live" clId="Web-{F93D8A28-B86C-4073-B132-32B1E828D448}" dt="2021-08-25T06:09:38.561" v="16"/>
        <pc:sldMkLst>
          <pc:docMk/>
          <pc:sldMk cId="4240368019" sldId="262"/>
        </pc:sldMkLst>
      </pc:sldChg>
      <pc:sldChg chg="modTransition">
        <pc:chgData name="Mahesh Chowdary" userId="438a3ffe85f3f198" providerId="Windows Live" clId="Web-{F93D8A28-B86C-4073-B132-32B1E828D448}" dt="2021-08-25T06:08:51.544" v="14"/>
        <pc:sldMkLst>
          <pc:docMk/>
          <pc:sldMk cId="3746131594" sldId="263"/>
        </pc:sldMkLst>
      </pc:sldChg>
      <pc:sldChg chg="modTransition">
        <pc:chgData name="Mahesh Chowdary" userId="438a3ffe85f3f198" providerId="Windows Live" clId="Web-{F93D8A28-B86C-4073-B132-32B1E828D448}" dt="2021-08-25T06:08:39.919" v="12"/>
        <pc:sldMkLst>
          <pc:docMk/>
          <pc:sldMk cId="2824350504" sldId="265"/>
        </pc:sldMkLst>
      </pc:sldChg>
      <pc:sldChg chg="new del ord">
        <pc:chgData name="Mahesh Chowdary" userId="438a3ffe85f3f198" providerId="Windows Live" clId="Web-{F93D8A28-B86C-4073-B132-32B1E828D448}" dt="2021-08-25T06:07:41.090" v="6"/>
        <pc:sldMkLst>
          <pc:docMk/>
          <pc:sldMk cId="1137937929" sldId="270"/>
        </pc:sldMkLst>
      </pc:sldChg>
      <pc:sldChg chg="add ord modTransition">
        <pc:chgData name="Mahesh Chowdary" userId="438a3ffe85f3f198" providerId="Windows Live" clId="Web-{F93D8A28-B86C-4073-B132-32B1E828D448}" dt="2021-08-25T06:09:48.749" v="17"/>
        <pc:sldMkLst>
          <pc:docMk/>
          <pc:sldMk cId="408322822" sldId="271"/>
        </pc:sldMkLst>
      </pc:sldChg>
    </pc:docChg>
  </pc:docChgLst>
  <pc:docChgLst>
    <pc:chgData clId="Web-{80F40F5F-4A7C-42E6-9289-145B8D394AAC}"/>
    <pc:docChg chg="addSld">
      <pc:chgData name="" userId="" providerId="" clId="Web-{80F40F5F-4A7C-42E6-9289-145B8D394AAC}" dt="2021-08-24T13:10:52.881" v="0"/>
      <pc:docMkLst>
        <pc:docMk/>
      </pc:docMkLst>
      <pc:sldChg chg="add replId">
        <pc:chgData name="" userId="" providerId="" clId="Web-{80F40F5F-4A7C-42E6-9289-145B8D394AAC}" dt="2021-08-24T13:10:52.881" v="0"/>
        <pc:sldMkLst>
          <pc:docMk/>
          <pc:sldMk cId="3620899676" sldId="257"/>
        </pc:sldMkLst>
      </pc:sldChg>
    </pc:docChg>
  </pc:docChgLst>
  <pc:docChgLst>
    <pc:chgData name="Mahesh Chowdary" userId="438a3ffe85f3f198" providerId="Windows Live" clId="Web-{B5C48061-F87A-4FB6-91E5-F8BCFB433136}"/>
    <pc:docChg chg="addSld modSld">
      <pc:chgData name="Mahesh Chowdary" userId="438a3ffe85f3f198" providerId="Windows Live" clId="Web-{B5C48061-F87A-4FB6-91E5-F8BCFB433136}" dt="2021-08-24T16:13:59.407" v="17"/>
      <pc:docMkLst>
        <pc:docMk/>
      </pc:docMkLst>
      <pc:sldChg chg="addSp delSp modSp new mod setBg">
        <pc:chgData name="Mahesh Chowdary" userId="438a3ffe85f3f198" providerId="Windows Live" clId="Web-{B5C48061-F87A-4FB6-91E5-F8BCFB433136}" dt="2021-08-24T16:13:59.407" v="17"/>
        <pc:sldMkLst>
          <pc:docMk/>
          <pc:sldMk cId="3349862453" sldId="266"/>
        </pc:sldMkLst>
        <pc:spChg chg="mod">
          <ac:chgData name="Mahesh Chowdary" userId="438a3ffe85f3f198" providerId="Windows Live" clId="Web-{B5C48061-F87A-4FB6-91E5-F8BCFB433136}" dt="2021-08-24T16:13:59.407" v="17"/>
          <ac:spMkLst>
            <pc:docMk/>
            <pc:sldMk cId="3349862453" sldId="266"/>
            <ac:spMk id="2" creationId="{8A864FA6-CD22-4D8A-B1BE-7CEDFCE8BC8D}"/>
          </ac:spMkLst>
        </pc:spChg>
        <pc:spChg chg="del">
          <ac:chgData name="Mahesh Chowdary" userId="438a3ffe85f3f198" providerId="Windows Live" clId="Web-{B5C48061-F87A-4FB6-91E5-F8BCFB433136}" dt="2021-08-24T16:12:08.201" v="1"/>
          <ac:spMkLst>
            <pc:docMk/>
            <pc:sldMk cId="3349862453" sldId="266"/>
            <ac:spMk id="3" creationId="{DC39CC21-AB85-474E-891C-F8EDCF1ABC6C}"/>
          </ac:spMkLst>
        </pc:spChg>
        <pc:spChg chg="add">
          <ac:chgData name="Mahesh Chowdary" userId="438a3ffe85f3f198" providerId="Windows Live" clId="Web-{B5C48061-F87A-4FB6-91E5-F8BCFB433136}" dt="2021-08-24T16:13:59.407" v="17"/>
          <ac:spMkLst>
            <pc:docMk/>
            <pc:sldMk cId="3349862453" sldId="266"/>
            <ac:spMk id="14" creationId="{D8B06C38-3ABC-4435-996E-736FF34EE473}"/>
          </ac:spMkLst>
        </pc:spChg>
        <pc:spChg chg="add">
          <ac:chgData name="Mahesh Chowdary" userId="438a3ffe85f3f198" providerId="Windows Live" clId="Web-{B5C48061-F87A-4FB6-91E5-F8BCFB433136}" dt="2021-08-24T16:13:59.407" v="17"/>
          <ac:spMkLst>
            <pc:docMk/>
            <pc:sldMk cId="3349862453" sldId="266"/>
            <ac:spMk id="17" creationId="{4C3A44BB-E01C-4AA8-B2C8-32FC346D2ED7}"/>
          </ac:spMkLst>
        </pc:spChg>
        <pc:picChg chg="add mod ord">
          <ac:chgData name="Mahesh Chowdary" userId="438a3ffe85f3f198" providerId="Windows Live" clId="Web-{B5C48061-F87A-4FB6-91E5-F8BCFB433136}" dt="2021-08-24T16:13:59.407" v="17"/>
          <ac:picMkLst>
            <pc:docMk/>
            <pc:sldMk cId="3349862453" sldId="266"/>
            <ac:picMk id="4" creationId="{9FDB8768-D75D-4391-AD49-72F8B0A5A7E5}"/>
          </ac:picMkLst>
        </pc:picChg>
        <pc:picChg chg="add mod">
          <ac:chgData name="Mahesh Chowdary" userId="438a3ffe85f3f198" providerId="Windows Live" clId="Web-{B5C48061-F87A-4FB6-91E5-F8BCFB433136}" dt="2021-08-24T16:13:59.407" v="17"/>
          <ac:picMkLst>
            <pc:docMk/>
            <pc:sldMk cId="3349862453" sldId="266"/>
            <ac:picMk id="5" creationId="{4CBADDA4-1C25-4177-925E-4FD89DEFE229}"/>
          </ac:picMkLst>
        </pc:picChg>
        <pc:picChg chg="add del mod">
          <ac:chgData name="Mahesh Chowdary" userId="438a3ffe85f3f198" providerId="Windows Live" clId="Web-{B5C48061-F87A-4FB6-91E5-F8BCFB433136}" dt="2021-08-24T16:12:35.061" v="5"/>
          <ac:picMkLst>
            <pc:docMk/>
            <pc:sldMk cId="3349862453" sldId="266"/>
            <ac:picMk id="6" creationId="{F2A84466-36D9-4E65-8106-8C903932F35A}"/>
          </ac:picMkLst>
        </pc:picChg>
        <pc:picChg chg="add del mod">
          <ac:chgData name="Mahesh Chowdary" userId="438a3ffe85f3f198" providerId="Windows Live" clId="Web-{B5C48061-F87A-4FB6-91E5-F8BCFB433136}" dt="2021-08-24T16:12:49.452" v="8"/>
          <ac:picMkLst>
            <pc:docMk/>
            <pc:sldMk cId="3349862453" sldId="266"/>
            <ac:picMk id="7" creationId="{18666504-649F-418D-892D-680A86C30B5F}"/>
          </ac:picMkLst>
        </pc:picChg>
        <pc:picChg chg="add del mod">
          <ac:chgData name="Mahesh Chowdary" userId="438a3ffe85f3f198" providerId="Windows Live" clId="Web-{B5C48061-F87A-4FB6-91E5-F8BCFB433136}" dt="2021-08-24T16:13:03.796" v="11"/>
          <ac:picMkLst>
            <pc:docMk/>
            <pc:sldMk cId="3349862453" sldId="266"/>
            <ac:picMk id="8" creationId="{77858619-874A-451E-AAE8-D9FFD747B7DF}"/>
          </ac:picMkLst>
        </pc:picChg>
        <pc:picChg chg="add del mod">
          <ac:chgData name="Mahesh Chowdary" userId="438a3ffe85f3f198" providerId="Windows Live" clId="Web-{B5C48061-F87A-4FB6-91E5-F8BCFB433136}" dt="2021-08-24T16:13:17.156" v="14"/>
          <ac:picMkLst>
            <pc:docMk/>
            <pc:sldMk cId="3349862453" sldId="266"/>
            <ac:picMk id="9" creationId="{AEB4ECED-8AE9-44F0-ACEF-EC006D0278FB}"/>
          </ac:picMkLst>
        </pc:picChg>
        <pc:picChg chg="add mod">
          <ac:chgData name="Mahesh Chowdary" userId="438a3ffe85f3f198" providerId="Windows Live" clId="Web-{B5C48061-F87A-4FB6-91E5-F8BCFB433136}" dt="2021-08-24T16:13:59.407" v="17"/>
          <ac:picMkLst>
            <pc:docMk/>
            <pc:sldMk cId="3349862453" sldId="266"/>
            <ac:picMk id="10" creationId="{E635C61E-7E81-4AA3-926B-8CCA6880185D}"/>
          </ac:picMkLst>
        </pc:picChg>
      </pc:sldChg>
    </pc:docChg>
  </pc:docChgLst>
  <pc:docChgLst>
    <pc:chgData name="Mahesh Chowdary" userId="438a3ffe85f3f198" providerId="Windows Live" clId="Web-{2C7191AA-C6A4-404D-B6C4-B05CBA86A156}"/>
    <pc:docChg chg="addSld modSld sldOrd">
      <pc:chgData name="Mahesh Chowdary" userId="438a3ffe85f3f198" providerId="Windows Live" clId="Web-{2C7191AA-C6A4-404D-B6C4-B05CBA86A156}" dt="2021-08-25T04:59:37.315" v="99"/>
      <pc:docMkLst>
        <pc:docMk/>
      </pc:docMkLst>
      <pc:sldChg chg="modSp modTransition addAnim modAnim">
        <pc:chgData name="Mahesh Chowdary" userId="438a3ffe85f3f198" providerId="Windows Live" clId="Web-{2C7191AA-C6A4-404D-B6C4-B05CBA86A156}" dt="2021-08-25T04:12:11.175" v="97"/>
        <pc:sldMkLst>
          <pc:docMk/>
          <pc:sldMk cId="109857222" sldId="256"/>
        </pc:sldMkLst>
        <pc:spChg chg="mod">
          <ac:chgData name="Mahesh Chowdary" userId="438a3ffe85f3f198" providerId="Windows Live" clId="Web-{2C7191AA-C6A4-404D-B6C4-B05CBA86A156}" dt="2021-08-25T03:32:30.232" v="9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ord">
        <pc:chgData name="Mahesh Chowdary" userId="438a3ffe85f3f198" providerId="Windows Live" clId="Web-{2C7191AA-C6A4-404D-B6C4-B05CBA86A156}" dt="2021-08-25T04:25:56.037" v="98"/>
        <pc:sldMkLst>
          <pc:docMk/>
          <pc:sldMk cId="3620899676" sldId="257"/>
        </pc:sldMkLst>
      </pc:sldChg>
      <pc:sldChg chg="modSp">
        <pc:chgData name="Mahesh Chowdary" userId="438a3ffe85f3f198" providerId="Windows Live" clId="Web-{2C7191AA-C6A4-404D-B6C4-B05CBA86A156}" dt="2021-08-25T03:32:04.106" v="88" actId="1076"/>
        <pc:sldMkLst>
          <pc:docMk/>
          <pc:sldMk cId="3746131594" sldId="263"/>
        </pc:sldMkLst>
        <pc:picChg chg="mod">
          <ac:chgData name="Mahesh Chowdary" userId="438a3ffe85f3f198" providerId="Windows Live" clId="Web-{2C7191AA-C6A4-404D-B6C4-B05CBA86A156}" dt="2021-08-25T03:32:04.106" v="88" actId="1076"/>
          <ac:picMkLst>
            <pc:docMk/>
            <pc:sldMk cId="3746131594" sldId="263"/>
            <ac:picMk id="5" creationId="{97E97EB4-1821-42CE-A87E-11FF71C4D132}"/>
          </ac:picMkLst>
        </pc:picChg>
      </pc:sldChg>
      <pc:sldChg chg="new">
        <pc:chgData name="Mahesh Chowdary" userId="438a3ffe85f3f198" providerId="Windows Live" clId="Web-{2C7191AA-C6A4-404D-B6C4-B05CBA86A156}" dt="2021-08-25T03:23:10.095" v="0"/>
        <pc:sldMkLst>
          <pc:docMk/>
          <pc:sldMk cId="2472935344" sldId="267"/>
        </pc:sldMkLst>
      </pc:sldChg>
      <pc:sldChg chg="add replId">
        <pc:chgData name="Mahesh Chowdary" userId="438a3ffe85f3f198" providerId="Windows Live" clId="Web-{2C7191AA-C6A4-404D-B6C4-B05CBA86A156}" dt="2021-08-25T04:59:37.315" v="99"/>
        <pc:sldMkLst>
          <pc:docMk/>
          <pc:sldMk cId="1316436174" sldId="268"/>
        </pc:sldMkLst>
      </pc:sldChg>
    </pc:docChg>
  </pc:docChgLst>
  <pc:docChgLst>
    <pc:chgData name="Mahesh Chowdary" userId="438a3ffe85f3f198" providerId="Windows Live" clId="Web-{99A03853-E65A-4216-95A9-93124539BDEB}"/>
    <pc:docChg chg="addSld delSld modSld">
      <pc:chgData name="Mahesh Chowdary" userId="438a3ffe85f3f198" providerId="Windows Live" clId="Web-{99A03853-E65A-4216-95A9-93124539BDEB}" dt="2021-08-25T06:04:18.038" v="396"/>
      <pc:docMkLst>
        <pc:docMk/>
      </pc:docMkLst>
      <pc:sldChg chg="addSp modSp">
        <pc:chgData name="Mahesh Chowdary" userId="438a3ffe85f3f198" providerId="Windows Live" clId="Web-{99A03853-E65A-4216-95A9-93124539BDEB}" dt="2021-08-25T06:03:00.115" v="395" actId="20577"/>
        <pc:sldMkLst>
          <pc:docMk/>
          <pc:sldMk cId="109857222" sldId="256"/>
        </pc:sldMkLst>
        <pc:spChg chg="add mod">
          <ac:chgData name="Mahesh Chowdary" userId="438a3ffe85f3f198" providerId="Windows Live" clId="Web-{99A03853-E65A-4216-95A9-93124539BDEB}" dt="2021-08-25T06:01:41.644" v="381" actId="1076"/>
          <ac:spMkLst>
            <pc:docMk/>
            <pc:sldMk cId="109857222" sldId="256"/>
            <ac:spMk id="2" creationId="{2FC7ED34-D99A-4186-9FD6-5DA369EECE90}"/>
          </ac:spMkLst>
        </pc:spChg>
        <pc:spChg chg="mod">
          <ac:chgData name="Mahesh Chowdary" userId="438a3ffe85f3f198" providerId="Windows Live" clId="Web-{99A03853-E65A-4216-95A9-93124539BDEB}" dt="2021-08-25T06:03:00.115" v="395" actId="20577"/>
          <ac:spMkLst>
            <pc:docMk/>
            <pc:sldMk cId="109857222" sldId="256"/>
            <ac:spMk id="3" creationId="{00000000-0000-0000-0000-000000000000}"/>
          </ac:spMkLst>
        </pc:spChg>
        <pc:picChg chg="mod">
          <ac:chgData name="Mahesh Chowdary" userId="438a3ffe85f3f198" providerId="Windows Live" clId="Web-{99A03853-E65A-4216-95A9-93124539BDEB}" dt="2021-08-25T05:19:26.273" v="53" actId="1076"/>
          <ac:picMkLst>
            <pc:docMk/>
            <pc:sldMk cId="109857222" sldId="256"/>
            <ac:picMk id="4" creationId="{79655E00-E05B-4C9E-8135-CC3CFB95E5FB}"/>
          </ac:picMkLst>
        </pc:picChg>
      </pc:sldChg>
      <pc:sldChg chg="modSp addAnim modAnim">
        <pc:chgData name="Mahesh Chowdary" userId="438a3ffe85f3f198" providerId="Windows Live" clId="Web-{99A03853-E65A-4216-95A9-93124539BDEB}" dt="2021-08-25T05:57:43.139" v="341"/>
        <pc:sldMkLst>
          <pc:docMk/>
          <pc:sldMk cId="3620899676" sldId="257"/>
        </pc:sldMkLst>
        <pc:spChg chg="mod">
          <ac:chgData name="Mahesh Chowdary" userId="438a3ffe85f3f198" providerId="Windows Live" clId="Web-{99A03853-E65A-4216-95A9-93124539BDEB}" dt="2021-08-25T05:54:19.353" v="267" actId="20577"/>
          <ac:spMkLst>
            <pc:docMk/>
            <pc:sldMk cId="3620899676" sldId="257"/>
            <ac:spMk id="3" creationId="{00000000-0000-0000-0000-000000000000}"/>
          </ac:spMkLst>
        </pc:spChg>
      </pc:sldChg>
      <pc:sldChg chg="modSp addAnim modAnim">
        <pc:chgData name="Mahesh Chowdary" userId="438a3ffe85f3f198" providerId="Windows Live" clId="Web-{99A03853-E65A-4216-95A9-93124539BDEB}" dt="2021-08-25T05:58:49.218" v="348"/>
        <pc:sldMkLst>
          <pc:docMk/>
          <pc:sldMk cId="1306814239" sldId="258"/>
        </pc:sldMkLst>
        <pc:spChg chg="mod">
          <ac:chgData name="Mahesh Chowdary" userId="438a3ffe85f3f198" providerId="Windows Live" clId="Web-{99A03853-E65A-4216-95A9-93124539BDEB}" dt="2021-08-25T05:51:58.849" v="212" actId="20577"/>
          <ac:spMkLst>
            <pc:docMk/>
            <pc:sldMk cId="1306814239" sldId="258"/>
            <ac:spMk id="2" creationId="{00000000-0000-0000-0000-000000000000}"/>
          </ac:spMkLst>
        </pc:spChg>
      </pc:sldChg>
      <pc:sldChg chg="modSp addAnim modAnim">
        <pc:chgData name="Mahesh Chowdary" userId="438a3ffe85f3f198" providerId="Windows Live" clId="Web-{99A03853-E65A-4216-95A9-93124539BDEB}" dt="2021-08-25T05:59:03.469" v="350"/>
        <pc:sldMkLst>
          <pc:docMk/>
          <pc:sldMk cId="4158550972" sldId="261"/>
        </pc:sldMkLst>
        <pc:spChg chg="mod">
          <ac:chgData name="Mahesh Chowdary" userId="438a3ffe85f3f198" providerId="Windows Live" clId="Web-{99A03853-E65A-4216-95A9-93124539BDEB}" dt="2021-08-25T05:58:36.280" v="347" actId="20577"/>
          <ac:spMkLst>
            <pc:docMk/>
            <pc:sldMk cId="4158550972" sldId="261"/>
            <ac:spMk id="3" creationId="{00000000-0000-0000-0000-000000000000}"/>
          </ac:spMkLst>
        </pc:spChg>
      </pc:sldChg>
      <pc:sldChg chg="addSp delSp modSp mod setBg addAnim modAnim">
        <pc:chgData name="Mahesh Chowdary" userId="438a3ffe85f3f198" providerId="Windows Live" clId="Web-{99A03853-E65A-4216-95A9-93124539BDEB}" dt="2021-08-25T06:04:18.038" v="396"/>
        <pc:sldMkLst>
          <pc:docMk/>
          <pc:sldMk cId="4240368019" sldId="262"/>
        </pc:sldMkLst>
        <pc:spChg chg="mod">
          <ac:chgData name="Mahesh Chowdary" userId="438a3ffe85f3f198" providerId="Windows Live" clId="Web-{99A03853-E65A-4216-95A9-93124539BDEB}" dt="2021-08-25T05:56:58.716" v="336" actId="1076"/>
          <ac:spMkLst>
            <pc:docMk/>
            <pc:sldMk cId="4240368019" sldId="262"/>
            <ac:spMk id="2" creationId="{00000000-0000-0000-0000-000000000000}"/>
          </ac:spMkLst>
        </pc:spChg>
        <pc:spChg chg="del mod">
          <ac:chgData name="Mahesh Chowdary" userId="438a3ffe85f3f198" providerId="Windows Live" clId="Web-{99A03853-E65A-4216-95A9-93124539BDEB}" dt="2021-08-25T05:16:51.692" v="47"/>
          <ac:spMkLst>
            <pc:docMk/>
            <pc:sldMk cId="4240368019" sldId="262"/>
            <ac:spMk id="3" creationId="{00000000-0000-0000-0000-000000000000}"/>
          </ac:spMkLst>
        </pc:spChg>
        <pc:spChg chg="del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7" creationId="{60B21A5C-062F-46C2-8389-53D40F46AA26}"/>
          </ac:spMkLst>
        </pc:spChg>
        <pc:spChg chg="del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8" creationId="{8A177BCC-4208-4795-8572-4D623BA1E2A0}"/>
          </ac:spMkLst>
        </pc:spChg>
        <pc:spChg chg="add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13" creationId="{0671A8AE-40A1-4631-A6B8-581AFF065482}"/>
          </ac:spMkLst>
        </pc:spChg>
        <pc:spChg chg="add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15" creationId="{AB58EF07-17C2-48CF-ABB0-EEF1F17CB8F0}"/>
          </ac:spMkLst>
        </pc:spChg>
        <pc:spChg chg="add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17" creationId="{AF2F604E-43BE-4DC3-B983-E071523364F8}"/>
          </ac:spMkLst>
        </pc:spChg>
        <pc:spChg chg="add">
          <ac:chgData name="Mahesh Chowdary" userId="438a3ffe85f3f198" providerId="Windows Live" clId="Web-{99A03853-E65A-4216-95A9-93124539BDEB}" dt="2021-08-25T05:16:40.020" v="46"/>
          <ac:spMkLst>
            <pc:docMk/>
            <pc:sldMk cId="4240368019" sldId="262"/>
            <ac:spMk id="19" creationId="{08C9B587-E65E-4B52-B37C-ABEBB6E87928}"/>
          </ac:spMkLst>
        </pc:spChg>
        <pc:picChg chg="mod ord">
          <ac:chgData name="Mahesh Chowdary" userId="438a3ffe85f3f198" providerId="Windows Live" clId="Web-{99A03853-E65A-4216-95A9-93124539BDEB}" dt="2021-08-25T05:16:40.020" v="46"/>
          <ac:picMkLst>
            <pc:docMk/>
            <pc:sldMk cId="4240368019" sldId="262"/>
            <ac:picMk id="4" creationId="{4C38A4C4-0AD3-4423-B22A-708E865694D9}"/>
          </ac:picMkLst>
        </pc:picChg>
        <pc:picChg chg="del">
          <ac:chgData name="Mahesh Chowdary" userId="438a3ffe85f3f198" providerId="Windows Live" clId="Web-{99A03853-E65A-4216-95A9-93124539BDEB}" dt="2021-08-25T05:16:24.144" v="45"/>
          <ac:picMkLst>
            <pc:docMk/>
            <pc:sldMk cId="4240368019" sldId="262"/>
            <ac:picMk id="5" creationId="{030E5B38-568A-41CD-B66D-540E32B8E861}"/>
          </ac:picMkLst>
        </pc:picChg>
      </pc:sldChg>
      <pc:sldChg chg="modSp addAnim modAnim">
        <pc:chgData name="Mahesh Chowdary" userId="438a3ffe85f3f198" providerId="Windows Live" clId="Web-{99A03853-E65A-4216-95A9-93124539BDEB}" dt="2021-08-25T05:57:35.201" v="339"/>
        <pc:sldMkLst>
          <pc:docMk/>
          <pc:sldMk cId="3746131594" sldId="263"/>
        </pc:sldMkLst>
        <pc:spChg chg="mod">
          <ac:chgData name="Mahesh Chowdary" userId="438a3ffe85f3f198" providerId="Windows Live" clId="Web-{99A03853-E65A-4216-95A9-93124539BDEB}" dt="2021-08-25T05:57:23.091" v="337" actId="20577"/>
          <ac:spMkLst>
            <pc:docMk/>
            <pc:sldMk cId="3746131594" sldId="263"/>
            <ac:spMk id="2" creationId="{00000000-0000-0000-0000-000000000000}"/>
          </ac:spMkLst>
        </pc:spChg>
      </pc:sldChg>
      <pc:sldChg chg="del">
        <pc:chgData name="Mahesh Chowdary" userId="438a3ffe85f3f198" providerId="Windows Live" clId="Web-{99A03853-E65A-4216-95A9-93124539BDEB}" dt="2021-08-25T05:10:01.073" v="33"/>
        <pc:sldMkLst>
          <pc:docMk/>
          <pc:sldMk cId="762154306" sldId="264"/>
        </pc:sldMkLst>
      </pc:sldChg>
      <pc:sldChg chg="delSp modSp addAnim modAnim">
        <pc:chgData name="Mahesh Chowdary" userId="438a3ffe85f3f198" providerId="Windows Live" clId="Web-{99A03853-E65A-4216-95A9-93124539BDEB}" dt="2021-08-25T05:59:16.250" v="354"/>
        <pc:sldMkLst>
          <pc:docMk/>
          <pc:sldMk cId="3349862453" sldId="266"/>
        </pc:sldMkLst>
        <pc:spChg chg="mod">
          <ac:chgData name="Mahesh Chowdary" userId="438a3ffe85f3f198" providerId="Windows Live" clId="Web-{99A03853-E65A-4216-95A9-93124539BDEB}" dt="2021-08-25T05:45:56.700" v="101" actId="1076"/>
          <ac:spMkLst>
            <pc:docMk/>
            <pc:sldMk cId="3349862453" sldId="266"/>
            <ac:spMk id="2" creationId="{8A864FA6-CD22-4D8A-B1BE-7CEDFCE8BC8D}"/>
          </ac:spMkLst>
        </pc:spChg>
        <pc:spChg chg="del">
          <ac:chgData name="Mahesh Chowdary" userId="438a3ffe85f3f198" providerId="Windows Live" clId="Web-{99A03853-E65A-4216-95A9-93124539BDEB}" dt="2021-08-25T05:17:03.692" v="48"/>
          <ac:spMkLst>
            <pc:docMk/>
            <pc:sldMk cId="3349862453" sldId="266"/>
            <ac:spMk id="14" creationId="{D8B06C38-3ABC-4435-996E-736FF34EE473}"/>
          </ac:spMkLst>
        </pc:spChg>
      </pc:sldChg>
      <pc:sldChg chg="addSp delSp modSp mod setBg addAnim modAnim setClrOvrMap">
        <pc:chgData name="Mahesh Chowdary" userId="438a3ffe85f3f198" providerId="Windows Live" clId="Web-{99A03853-E65A-4216-95A9-93124539BDEB}" dt="2021-08-25T05:59:22.656" v="356"/>
        <pc:sldMkLst>
          <pc:docMk/>
          <pc:sldMk cId="2472935344" sldId="267"/>
        </pc:sldMkLst>
        <pc:spChg chg="mod">
          <ac:chgData name="Mahesh Chowdary" userId="438a3ffe85f3f198" providerId="Windows Live" clId="Web-{99A03853-E65A-4216-95A9-93124539BDEB}" dt="2021-08-25T05:55:37.292" v="303" actId="20577"/>
          <ac:spMkLst>
            <pc:docMk/>
            <pc:sldMk cId="2472935344" sldId="267"/>
            <ac:spMk id="2" creationId="{9288222E-DF1D-4E74-8241-BE32BE1CBE64}"/>
          </ac:spMkLst>
        </pc:spChg>
        <pc:spChg chg="del">
          <ac:chgData name="Mahesh Chowdary" userId="438a3ffe85f3f198" providerId="Windows Live" clId="Web-{99A03853-E65A-4216-95A9-93124539BDEB}" dt="2021-08-25T05:13:34.968" v="34"/>
          <ac:spMkLst>
            <pc:docMk/>
            <pc:sldMk cId="2472935344" sldId="267"/>
            <ac:spMk id="3" creationId="{E00A1ED3-999B-4593-A5BE-663712B1FCE2}"/>
          </ac:spMkLst>
        </pc:spChg>
        <pc:spChg chg="add">
          <ac:chgData name="Mahesh Chowdary" userId="438a3ffe85f3f198" providerId="Windows Live" clId="Web-{99A03853-E65A-4216-95A9-93124539BDEB}" dt="2021-08-25T05:15:45.596" v="44"/>
          <ac:spMkLst>
            <pc:docMk/>
            <pc:sldMk cId="2472935344" sldId="267"/>
            <ac:spMk id="13" creationId="{0C45045A-6083-4B3E-956A-67582337527D}"/>
          </ac:spMkLst>
        </pc:spChg>
        <pc:spChg chg="add">
          <ac:chgData name="Mahesh Chowdary" userId="438a3ffe85f3f198" providerId="Windows Live" clId="Web-{99A03853-E65A-4216-95A9-93124539BDEB}" dt="2021-08-25T05:15:45.596" v="44"/>
          <ac:spMkLst>
            <pc:docMk/>
            <pc:sldMk cId="2472935344" sldId="267"/>
            <ac:spMk id="15" creationId="{42875DDC-0225-45F8-B745-78688F2D1ADC}"/>
          </ac:spMkLst>
        </pc:spChg>
        <pc:spChg chg="add">
          <ac:chgData name="Mahesh Chowdary" userId="438a3ffe85f3f198" providerId="Windows Live" clId="Web-{99A03853-E65A-4216-95A9-93124539BDEB}" dt="2021-08-25T05:15:45.596" v="44"/>
          <ac:spMkLst>
            <pc:docMk/>
            <pc:sldMk cId="2472935344" sldId="267"/>
            <ac:spMk id="17" creationId="{12617755-D451-4BAF-9B55-518297BFF42D}"/>
          </ac:spMkLst>
        </pc:spChg>
        <pc:picChg chg="add mod ord">
          <ac:chgData name="Mahesh Chowdary" userId="438a3ffe85f3f198" providerId="Windows Live" clId="Web-{99A03853-E65A-4216-95A9-93124539BDEB}" dt="2021-08-25T05:15:45.596" v="44"/>
          <ac:picMkLst>
            <pc:docMk/>
            <pc:sldMk cId="2472935344" sldId="267"/>
            <ac:picMk id="4" creationId="{785E02A8-E4AD-445B-A0C5-C91B2DFE9790}"/>
          </ac:picMkLst>
        </pc:picChg>
        <pc:picChg chg="add mod">
          <ac:chgData name="Mahesh Chowdary" userId="438a3ffe85f3f198" providerId="Windows Live" clId="Web-{99A03853-E65A-4216-95A9-93124539BDEB}" dt="2021-08-25T05:15:45.596" v="44"/>
          <ac:picMkLst>
            <pc:docMk/>
            <pc:sldMk cId="2472935344" sldId="267"/>
            <ac:picMk id="5" creationId="{42D59EC0-EE2B-4E32-99D6-5CF53B5400A2}"/>
          </ac:picMkLst>
        </pc:picChg>
        <pc:picChg chg="add del mod">
          <ac:chgData name="Mahesh Chowdary" userId="438a3ffe85f3f198" providerId="Windows Live" clId="Web-{99A03853-E65A-4216-95A9-93124539BDEB}" dt="2021-08-25T05:14:08.719" v="39"/>
          <ac:picMkLst>
            <pc:docMk/>
            <pc:sldMk cId="2472935344" sldId="267"/>
            <ac:picMk id="6" creationId="{A663C6A3-1E0E-4B98-960A-6522AD30A7B5}"/>
          </ac:picMkLst>
        </pc:picChg>
        <pc:picChg chg="add del mod">
          <ac:chgData name="Mahesh Chowdary" userId="438a3ffe85f3f198" providerId="Windows Live" clId="Web-{99A03853-E65A-4216-95A9-93124539BDEB}" dt="2021-08-25T05:15:14.768" v="43"/>
          <ac:picMkLst>
            <pc:docMk/>
            <pc:sldMk cId="2472935344" sldId="267"/>
            <ac:picMk id="7" creationId="{C7C4DCED-E349-42E6-9E5E-873CA48AB471}"/>
          </ac:picMkLst>
        </pc:picChg>
        <pc:picChg chg="add mod">
          <ac:chgData name="Mahesh Chowdary" userId="438a3ffe85f3f198" providerId="Windows Live" clId="Web-{99A03853-E65A-4216-95A9-93124539BDEB}" dt="2021-08-25T05:15:45.596" v="44"/>
          <ac:picMkLst>
            <pc:docMk/>
            <pc:sldMk cId="2472935344" sldId="267"/>
            <ac:picMk id="8" creationId="{C4ABCCCE-4FED-4A60-B04E-BBF2B7D16F48}"/>
          </ac:picMkLst>
        </pc:picChg>
      </pc:sldChg>
      <pc:sldChg chg="addSp delSp modSp del">
        <pc:chgData name="Mahesh Chowdary" userId="438a3ffe85f3f198" providerId="Windows Live" clId="Web-{99A03853-E65A-4216-95A9-93124539BDEB}" dt="2021-08-25T05:04:57.769" v="9"/>
        <pc:sldMkLst>
          <pc:docMk/>
          <pc:sldMk cId="1316436174" sldId="268"/>
        </pc:sldMkLst>
        <pc:spChg chg="mod ord">
          <ac:chgData name="Mahesh Chowdary" userId="438a3ffe85f3f198" providerId="Windows Live" clId="Web-{99A03853-E65A-4216-95A9-93124539BDEB}" dt="2021-08-25T05:03:08.157" v="1"/>
          <ac:spMkLst>
            <pc:docMk/>
            <pc:sldMk cId="1316436174" sldId="268"/>
            <ac:spMk id="3" creationId="{00000000-0000-0000-0000-000000000000}"/>
          </ac:spMkLst>
        </pc:spChg>
        <pc:spChg chg="del">
          <ac:chgData name="Mahesh Chowdary" userId="438a3ffe85f3f198" providerId="Windows Live" clId="Web-{99A03853-E65A-4216-95A9-93124539BDEB}" dt="2021-08-25T05:03:08.157" v="1"/>
          <ac:spMkLst>
            <pc:docMk/>
            <pc:sldMk cId="1316436174" sldId="268"/>
            <ac:spMk id="31" creationId="{FA69AAE0-49D5-4C8B-8BA2-55898C00E05E}"/>
          </ac:spMkLst>
        </pc:spChg>
        <pc:spChg chg="add">
          <ac:chgData name="Mahesh Chowdary" userId="438a3ffe85f3f198" providerId="Windows Live" clId="Web-{99A03853-E65A-4216-95A9-93124539BDEB}" dt="2021-08-25T05:03:08.157" v="1"/>
          <ac:spMkLst>
            <pc:docMk/>
            <pc:sldMk cId="1316436174" sldId="268"/>
            <ac:spMk id="36" creationId="{848F64AA-5BE2-4280-BEFA-DC288118FCCE}"/>
          </ac:spMkLst>
        </pc:spChg>
        <pc:picChg chg="add del mod ord">
          <ac:chgData name="Mahesh Chowdary" userId="438a3ffe85f3f198" providerId="Windows Live" clId="Web-{99A03853-E65A-4216-95A9-93124539BDEB}" dt="2021-08-25T05:04:23.065" v="7"/>
          <ac:picMkLst>
            <pc:docMk/>
            <pc:sldMk cId="1316436174" sldId="268"/>
            <ac:picMk id="2" creationId="{1EC042B1-23F4-4130-9357-369BFC78D0CE}"/>
          </ac:picMkLst>
        </pc:picChg>
        <pc:picChg chg="mod">
          <ac:chgData name="Mahesh Chowdary" userId="438a3ffe85f3f198" providerId="Windows Live" clId="Web-{99A03853-E65A-4216-95A9-93124539BDEB}" dt="2021-08-25T05:03:08.157" v="1"/>
          <ac:picMkLst>
            <pc:docMk/>
            <pc:sldMk cId="1316436174" sldId="268"/>
            <ac:picMk id="4" creationId="{982108F3-BEE2-4FF3-8E6D-D8B80796BEB4}"/>
          </ac:picMkLst>
        </pc:picChg>
        <pc:picChg chg="mod">
          <ac:chgData name="Mahesh Chowdary" userId="438a3ffe85f3f198" providerId="Windows Live" clId="Web-{99A03853-E65A-4216-95A9-93124539BDEB}" dt="2021-08-25T05:04:15.908" v="6" actId="14100"/>
          <ac:picMkLst>
            <pc:docMk/>
            <pc:sldMk cId="1316436174" sldId="268"/>
            <ac:picMk id="8" creationId="{9F6DE1EF-479F-4EB3-98BB-8E42EC20FF63}"/>
          </ac:picMkLst>
        </pc:picChg>
      </pc:sldChg>
      <pc:sldChg chg="addSp delSp modSp add replId addAnim modAnim">
        <pc:chgData name="Mahesh Chowdary" userId="438a3ffe85f3f198" providerId="Windows Live" clId="Web-{99A03853-E65A-4216-95A9-93124539BDEB}" dt="2021-08-25T05:59:08.750" v="352"/>
        <pc:sldMkLst>
          <pc:docMk/>
          <pc:sldMk cId="1465689774" sldId="269"/>
        </pc:sldMkLst>
        <pc:spChg chg="mod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3" creationId="{00000000-0000-0000-0000-000000000000}"/>
          </ac:spMkLst>
        </pc:spChg>
        <pc:spChg chg="add mod">
          <ac:chgData name="Mahesh Chowdary" userId="438a3ffe85f3f198" providerId="Windows Live" clId="Web-{99A03853-E65A-4216-95A9-93124539BDEB}" dt="2021-08-25T05:54:51.525" v="268" actId="20577"/>
          <ac:spMkLst>
            <pc:docMk/>
            <pc:sldMk cId="1465689774" sldId="269"/>
            <ac:spMk id="5" creationId="{494424A0-D4D4-4F24-A412-D0C3DA1F2971}"/>
          </ac:spMkLst>
        </pc:spChg>
        <pc:spChg chg="del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31" creationId="{FA69AAE0-49D5-4C8B-8BA2-55898C00E05E}"/>
          </ac:spMkLst>
        </pc:spChg>
        <pc:spChg chg="add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36" creationId="{6DB7ADBC-26DA-450D-A8BF-E1ACCB46639C}"/>
          </ac:spMkLst>
        </pc:spChg>
        <pc:spChg chg="add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38" creationId="{5E3C0EDB-60D3-4CEF-8B80-C6D01E08DEC2}"/>
          </ac:spMkLst>
        </pc:spChg>
        <pc:spChg chg="add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40" creationId="{40C269CE-FB56-4D68-8CFB-1CFD5F350518}"/>
          </ac:spMkLst>
        </pc:spChg>
        <pc:spChg chg="add">
          <ac:chgData name="Mahesh Chowdary" userId="438a3ffe85f3f198" providerId="Windows Live" clId="Web-{99A03853-E65A-4216-95A9-93124539BDEB}" dt="2021-08-25T05:05:22.316" v="10"/>
          <ac:spMkLst>
            <pc:docMk/>
            <pc:sldMk cId="1465689774" sldId="269"/>
            <ac:spMk id="42" creationId="{A6ED7E7F-75F7-4581-A930-C4DEBC2A8419}"/>
          </ac:spMkLst>
        </pc:spChg>
        <pc:picChg chg="add mod">
          <ac:chgData name="Mahesh Chowdary" userId="438a3ffe85f3f198" providerId="Windows Live" clId="Web-{99A03853-E65A-4216-95A9-93124539BDEB}" dt="2021-08-25T05:08:53.243" v="32" actId="1076"/>
          <ac:picMkLst>
            <pc:docMk/>
            <pc:sldMk cId="1465689774" sldId="269"/>
            <ac:picMk id="2" creationId="{1AF9EEBC-47E5-437D-8C84-92FE7E3971D0}"/>
          </ac:picMkLst>
        </pc:picChg>
        <pc:picChg chg="mod ord">
          <ac:chgData name="Mahesh Chowdary" userId="438a3ffe85f3f198" providerId="Windows Live" clId="Web-{99A03853-E65A-4216-95A9-93124539BDEB}" dt="2021-08-25T05:05:22.316" v="10"/>
          <ac:picMkLst>
            <pc:docMk/>
            <pc:sldMk cId="1465689774" sldId="269"/>
            <ac:picMk id="4" creationId="{982108F3-BEE2-4FF3-8E6D-D8B80796BEB4}"/>
          </ac:picMkLst>
        </pc:picChg>
        <pc:picChg chg="mod">
          <ac:chgData name="Mahesh Chowdary" userId="438a3ffe85f3f198" providerId="Windows Live" clId="Web-{99A03853-E65A-4216-95A9-93124539BDEB}" dt="2021-08-25T05:05:22.316" v="10"/>
          <ac:picMkLst>
            <pc:docMk/>
            <pc:sldMk cId="1465689774" sldId="269"/>
            <ac:picMk id="8" creationId="{9F6DE1EF-479F-4EB3-98BB-8E42EC20FF63}"/>
          </ac:picMkLst>
        </pc:picChg>
      </pc:sldChg>
    </pc:docChg>
  </pc:docChgLst>
  <pc:docChgLst>
    <pc:chgData name="Mahesh Chowdary" userId="438a3ffe85f3f198" providerId="LiveId" clId="{72D681C2-4BF7-774B-9DFA-C5BE1E4E629C}"/>
    <pc:docChg chg="modSld">
      <pc:chgData name="Mahesh Chowdary" userId="438a3ffe85f3f198" providerId="LiveId" clId="{72D681C2-4BF7-774B-9DFA-C5BE1E4E629C}" dt="2021-08-26T05:55:28.942" v="13" actId="20577"/>
      <pc:docMkLst>
        <pc:docMk/>
      </pc:docMkLst>
      <pc:sldChg chg="modSp">
        <pc:chgData name="Mahesh Chowdary" userId="438a3ffe85f3f198" providerId="LiveId" clId="{72D681C2-4BF7-774B-9DFA-C5BE1E4E629C}" dt="2021-08-26T05:55:28.942" v="13" actId="20577"/>
        <pc:sldMkLst>
          <pc:docMk/>
          <pc:sldMk cId="4240368019" sldId="262"/>
        </pc:sldMkLst>
        <pc:spChg chg="mod">
          <ac:chgData name="Mahesh Chowdary" userId="438a3ffe85f3f198" providerId="LiveId" clId="{72D681C2-4BF7-774B-9DFA-C5BE1E4E629C}" dt="2021-08-26T05:55:28.942" v="13" actId="20577"/>
          <ac:spMkLst>
            <pc:docMk/>
            <pc:sldMk cId="4240368019" sldId="262"/>
            <ac:spMk id="2" creationId="{00000000-0000-0000-0000-000000000000}"/>
          </ac:spMkLst>
        </pc:spChg>
      </pc:sldChg>
    </pc:docChg>
  </pc:docChgLst>
  <pc:docChgLst>
    <pc:chgData name="Mahesh Chowdary" userId="438a3ffe85f3f198" providerId="Windows Live" clId="Web-{3A872EA2-1E40-4023-9C58-26D6D3BB8C52}"/>
    <pc:docChg chg="modSld">
      <pc:chgData name="Mahesh Chowdary" userId="438a3ffe85f3f198" providerId="Windows Live" clId="Web-{3A872EA2-1E40-4023-9C58-26D6D3BB8C52}" dt="2021-08-28T08:42:32.596" v="4" actId="1076"/>
      <pc:docMkLst>
        <pc:docMk/>
      </pc:docMkLst>
      <pc:sldChg chg="modSp">
        <pc:chgData name="Mahesh Chowdary" userId="438a3ffe85f3f198" providerId="Windows Live" clId="Web-{3A872EA2-1E40-4023-9C58-26D6D3BB8C52}" dt="2021-08-28T08:42:32.596" v="4" actId="1076"/>
        <pc:sldMkLst>
          <pc:docMk/>
          <pc:sldMk cId="2472935344" sldId="267"/>
        </pc:sldMkLst>
        <pc:picChg chg="mod">
          <ac:chgData name="Mahesh Chowdary" userId="438a3ffe85f3f198" providerId="Windows Live" clId="Web-{3A872EA2-1E40-4023-9C58-26D6D3BB8C52}" dt="2021-08-28T08:42:32.596" v="4" actId="1076"/>
          <ac:picMkLst>
            <pc:docMk/>
            <pc:sldMk cId="2472935344" sldId="267"/>
            <ac:picMk id="4" creationId="{785E02A8-E4AD-445B-A0C5-C91B2DFE9790}"/>
          </ac:picMkLst>
        </pc:picChg>
        <pc:picChg chg="mod">
          <ac:chgData name="Mahesh Chowdary" userId="438a3ffe85f3f198" providerId="Windows Live" clId="Web-{3A872EA2-1E40-4023-9C58-26D6D3BB8C52}" dt="2021-08-28T08:42:06.174" v="2" actId="1076"/>
          <ac:picMkLst>
            <pc:docMk/>
            <pc:sldMk cId="2472935344" sldId="267"/>
            <ac:picMk id="5" creationId="{42D59EC0-EE2B-4E32-99D6-5CF53B5400A2}"/>
          </ac:picMkLst>
        </pc:picChg>
      </pc:sldChg>
    </pc:docChg>
  </pc:docChgLst>
  <pc:docChgLst>
    <pc:chgData name="Mahesh Chowdary" userId="438a3ffe85f3f198" providerId="Windows Live" clId="Web-{80F40F5F-4A7C-42E6-9289-145B8D394AAC}"/>
    <pc:docChg chg="addSld delSld modSld sldOrd">
      <pc:chgData name="Mahesh Chowdary" userId="438a3ffe85f3f198" providerId="Windows Live" clId="Web-{80F40F5F-4A7C-42E6-9289-145B8D394AAC}" dt="2021-08-24T14:19:03.190" v="216"/>
      <pc:docMkLst>
        <pc:docMk/>
      </pc:docMkLst>
      <pc:sldChg chg="addSp delSp modSp mod setBg">
        <pc:chgData name="Mahesh Chowdary" userId="438a3ffe85f3f198" providerId="Windows Live" clId="Web-{80F40F5F-4A7C-42E6-9289-145B8D394AAC}" dt="2021-08-24T13:11:57.507" v="3"/>
        <pc:sldMkLst>
          <pc:docMk/>
          <pc:sldMk cId="109857222" sldId="256"/>
        </pc:sldMkLst>
        <pc:spChg chg="del mod">
          <ac:chgData name="Mahesh Chowdary" userId="438a3ffe85f3f198" providerId="Windows Live" clId="Web-{80F40F5F-4A7C-42E6-9289-145B8D394AAC}" dt="2021-08-24T13:11:57.507" v="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hesh Chowdary" userId="438a3ffe85f3f198" providerId="Windows Live" clId="Web-{80F40F5F-4A7C-42E6-9289-145B8D394AAC}" dt="2021-08-24T13:11:30.491" v="1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Mahesh Chowdary" userId="438a3ffe85f3f198" providerId="Windows Live" clId="Web-{80F40F5F-4A7C-42E6-9289-145B8D394AAC}" dt="2021-08-24T13:11:30.491" v="1"/>
          <ac:spMkLst>
            <pc:docMk/>
            <pc:sldMk cId="109857222" sldId="256"/>
            <ac:spMk id="9" creationId="{C1DD1A8A-57D5-4A81-AD04-532B043C5611}"/>
          </ac:spMkLst>
        </pc:spChg>
        <pc:spChg chg="add">
          <ac:chgData name="Mahesh Chowdary" userId="438a3ffe85f3f198" providerId="Windows Live" clId="Web-{80F40F5F-4A7C-42E6-9289-145B8D394AAC}" dt="2021-08-24T13:11:30.491" v="1"/>
          <ac:spMkLst>
            <pc:docMk/>
            <pc:sldMk cId="109857222" sldId="256"/>
            <ac:spMk id="11" creationId="{007891EC-4501-44ED-A8C8-B11B6DB767AB}"/>
          </ac:spMkLst>
        </pc:spChg>
        <pc:picChg chg="add mod ord">
          <ac:chgData name="Mahesh Chowdary" userId="438a3ffe85f3f198" providerId="Windows Live" clId="Web-{80F40F5F-4A7C-42E6-9289-145B8D394AAC}" dt="2021-08-24T13:11:30.491" v="1"/>
          <ac:picMkLst>
            <pc:docMk/>
            <pc:sldMk cId="109857222" sldId="256"/>
            <ac:picMk id="4" creationId="{79655E00-E05B-4C9E-8135-CC3CFB95E5FB}"/>
          </ac:picMkLst>
        </pc:picChg>
      </pc:sldChg>
      <pc:sldChg chg="addSp delSp modSp mod setBg">
        <pc:chgData name="Mahesh Chowdary" userId="438a3ffe85f3f198" providerId="Windows Live" clId="Web-{80F40F5F-4A7C-42E6-9289-145B8D394AAC}" dt="2021-08-24T13:15:22.856" v="17" actId="1076"/>
        <pc:sldMkLst>
          <pc:docMk/>
          <pc:sldMk cId="3620899676" sldId="257"/>
        </pc:sldMkLst>
        <pc:spChg chg="del mod">
          <ac:chgData name="Mahesh Chowdary" userId="438a3ffe85f3f198" providerId="Windows Live" clId="Web-{80F40F5F-4A7C-42E6-9289-145B8D394AAC}" dt="2021-08-24T13:14:39.511" v="13"/>
          <ac:spMkLst>
            <pc:docMk/>
            <pc:sldMk cId="3620899676" sldId="257"/>
            <ac:spMk id="2" creationId="{00000000-0000-0000-0000-000000000000}"/>
          </ac:spMkLst>
        </pc:spChg>
        <pc:spChg chg="mod">
          <ac:chgData name="Mahesh Chowdary" userId="438a3ffe85f3f198" providerId="Windows Live" clId="Web-{80F40F5F-4A7C-42E6-9289-145B8D394AAC}" dt="2021-08-24T13:15:22.856" v="17" actId="1076"/>
          <ac:spMkLst>
            <pc:docMk/>
            <pc:sldMk cId="3620899676" sldId="257"/>
            <ac:spMk id="3" creationId="{00000000-0000-0000-0000-000000000000}"/>
          </ac:spMkLst>
        </pc:spChg>
        <pc:spChg chg="add">
          <ac:chgData name="Mahesh Chowdary" userId="438a3ffe85f3f198" providerId="Windows Live" clId="Web-{80F40F5F-4A7C-42E6-9289-145B8D394AAC}" dt="2021-08-24T13:14:05.291" v="9"/>
          <ac:spMkLst>
            <pc:docMk/>
            <pc:sldMk cId="3620899676" sldId="257"/>
            <ac:spMk id="10" creationId="{A8CCCB6D-5162-4AAE-A5E3-3AC55410DBCE}"/>
          </ac:spMkLst>
        </pc:spChg>
        <pc:spChg chg="add">
          <ac:chgData name="Mahesh Chowdary" userId="438a3ffe85f3f198" providerId="Windows Live" clId="Web-{80F40F5F-4A7C-42E6-9289-145B8D394AAC}" dt="2021-08-24T13:14:05.291" v="9"/>
          <ac:spMkLst>
            <pc:docMk/>
            <pc:sldMk cId="3620899676" sldId="257"/>
            <ac:spMk id="12" creationId="{0BCD8C04-CC7B-40EF-82EB-E9821F79BB86}"/>
          </ac:spMkLst>
        </pc:spChg>
        <pc:picChg chg="add del mod">
          <ac:chgData name="Mahesh Chowdary" userId="438a3ffe85f3f198" providerId="Windows Live" clId="Web-{80F40F5F-4A7C-42E6-9289-145B8D394AAC}" dt="2021-08-24T13:14:50.761" v="14" actId="14100"/>
          <ac:picMkLst>
            <pc:docMk/>
            <pc:sldMk cId="3620899676" sldId="257"/>
            <ac:picMk id="4" creationId="{8665FA5F-B018-4B6D-A79F-1E12996840CE}"/>
          </ac:picMkLst>
        </pc:picChg>
        <pc:picChg chg="add mod ord">
          <ac:chgData name="Mahesh Chowdary" userId="438a3ffe85f3f198" providerId="Windows Live" clId="Web-{80F40F5F-4A7C-42E6-9289-145B8D394AAC}" dt="2021-08-24T13:15:04.121" v="15" actId="14100"/>
          <ac:picMkLst>
            <pc:docMk/>
            <pc:sldMk cId="3620899676" sldId="257"/>
            <ac:picMk id="5" creationId="{9549138D-C97F-4175-B727-2F29B2FCA1F0}"/>
          </ac:picMkLst>
        </pc:picChg>
      </pc:sldChg>
      <pc:sldChg chg="addSp delSp modSp add mod replId setBg setClrOvrMap">
        <pc:chgData name="Mahesh Chowdary" userId="438a3ffe85f3f198" providerId="Windows Live" clId="Web-{80F40F5F-4A7C-42E6-9289-145B8D394AAC}" dt="2021-08-24T13:26:45.371" v="29"/>
        <pc:sldMkLst>
          <pc:docMk/>
          <pc:sldMk cId="1306814239" sldId="258"/>
        </pc:sldMkLst>
        <pc:spChg chg="mod">
          <ac:chgData name="Mahesh Chowdary" userId="438a3ffe85f3f198" providerId="Windows Live" clId="Web-{80F40F5F-4A7C-42E6-9289-145B8D394AAC}" dt="2021-08-24T13:26:21.979" v="27" actId="14100"/>
          <ac:spMkLst>
            <pc:docMk/>
            <pc:sldMk cId="1306814239" sldId="258"/>
            <ac:spMk id="2" creationId="{00000000-0000-0000-0000-000000000000}"/>
          </ac:spMkLst>
        </pc:spChg>
        <pc:spChg chg="del mod">
          <ac:chgData name="Mahesh Chowdary" userId="438a3ffe85f3f198" providerId="Windows Live" clId="Web-{80F40F5F-4A7C-42E6-9289-145B8D394AAC}" dt="2021-08-24T13:26:13.432" v="26"/>
          <ac:spMkLst>
            <pc:docMk/>
            <pc:sldMk cId="1306814239" sldId="258"/>
            <ac:spMk id="3" creationId="{00000000-0000-0000-0000-000000000000}"/>
          </ac:spMkLst>
        </pc:spChg>
        <pc:spChg chg="add del">
          <ac:chgData name="Mahesh Chowdary" userId="438a3ffe85f3f198" providerId="Windows Live" clId="Web-{80F40F5F-4A7C-42E6-9289-145B8D394AAC}" dt="2021-08-24T13:26:45.371" v="29"/>
          <ac:spMkLst>
            <pc:docMk/>
            <pc:sldMk cId="1306814239" sldId="258"/>
            <ac:spMk id="5" creationId="{ED03CFE4-2D8E-43B5-B326-AAD3147B3393}"/>
          </ac:spMkLst>
        </pc:spChg>
        <pc:spChg chg="add">
          <ac:chgData name="Mahesh Chowdary" userId="438a3ffe85f3f198" providerId="Windows Live" clId="Web-{80F40F5F-4A7C-42E6-9289-145B8D394AAC}" dt="2021-08-24T13:25:54.651" v="24"/>
          <ac:spMkLst>
            <pc:docMk/>
            <pc:sldMk cId="1306814239" sldId="258"/>
            <ac:spMk id="6" creationId="{0671A8AE-40A1-4631-A6B8-581AFF065482}"/>
          </ac:spMkLst>
        </pc:spChg>
        <pc:spChg chg="add del">
          <ac:chgData name="Mahesh Chowdary" userId="438a3ffe85f3f198" providerId="Windows Live" clId="Web-{80F40F5F-4A7C-42E6-9289-145B8D394AAC}" dt="2021-08-24T13:25:54.635" v="23"/>
          <ac:spMkLst>
            <pc:docMk/>
            <pc:sldMk cId="1306814239" sldId="258"/>
            <ac:spMk id="9" creationId="{E49CC64F-7275-4E33-961B-0C5CDC439875}"/>
          </ac:spMkLst>
        </pc:spChg>
        <pc:spChg chg="add">
          <ac:chgData name="Mahesh Chowdary" userId="438a3ffe85f3f198" providerId="Windows Live" clId="Web-{80F40F5F-4A7C-42E6-9289-145B8D394AAC}" dt="2021-08-24T13:25:54.651" v="24"/>
          <ac:spMkLst>
            <pc:docMk/>
            <pc:sldMk cId="1306814239" sldId="258"/>
            <ac:spMk id="11" creationId="{AB58EF07-17C2-48CF-ABB0-EEF1F17CB8F0}"/>
          </ac:spMkLst>
        </pc:spChg>
        <pc:spChg chg="add">
          <ac:chgData name="Mahesh Chowdary" userId="438a3ffe85f3f198" providerId="Windows Live" clId="Web-{80F40F5F-4A7C-42E6-9289-145B8D394AAC}" dt="2021-08-24T13:25:54.651" v="24"/>
          <ac:spMkLst>
            <pc:docMk/>
            <pc:sldMk cId="1306814239" sldId="258"/>
            <ac:spMk id="13" creationId="{AF2F604E-43BE-4DC3-B983-E071523364F8}"/>
          </ac:spMkLst>
        </pc:spChg>
        <pc:spChg chg="add">
          <ac:chgData name="Mahesh Chowdary" userId="438a3ffe85f3f198" providerId="Windows Live" clId="Web-{80F40F5F-4A7C-42E6-9289-145B8D394AAC}" dt="2021-08-24T13:25:54.651" v="24"/>
          <ac:spMkLst>
            <pc:docMk/>
            <pc:sldMk cId="1306814239" sldId="258"/>
            <ac:spMk id="15" creationId="{08C9B587-E65E-4B52-B37C-ABEBB6E87928}"/>
          </ac:spMkLst>
        </pc:spChg>
        <pc:picChg chg="add mod ord">
          <ac:chgData name="Mahesh Chowdary" userId="438a3ffe85f3f198" providerId="Windows Live" clId="Web-{80F40F5F-4A7C-42E6-9289-145B8D394AAC}" dt="2021-08-24T13:26:03.057" v="25" actId="14100"/>
          <ac:picMkLst>
            <pc:docMk/>
            <pc:sldMk cId="1306814239" sldId="258"/>
            <ac:picMk id="4" creationId="{540B87ED-301E-4017-A325-59B857B78311}"/>
          </ac:picMkLst>
        </pc:picChg>
      </pc:sldChg>
      <pc:sldChg chg="addSp modSp add del replId">
        <pc:chgData name="Mahesh Chowdary" userId="438a3ffe85f3f198" providerId="Windows Live" clId="Web-{80F40F5F-4A7C-42E6-9289-145B8D394AAC}" dt="2021-08-24T13:42:11.610" v="44"/>
        <pc:sldMkLst>
          <pc:docMk/>
          <pc:sldMk cId="1285974237" sldId="259"/>
        </pc:sldMkLst>
        <pc:picChg chg="add mod">
          <ac:chgData name="Mahesh Chowdary" userId="438a3ffe85f3f198" providerId="Windows Live" clId="Web-{80F40F5F-4A7C-42E6-9289-145B8D394AAC}" dt="2021-08-24T13:39:46.669" v="31"/>
          <ac:picMkLst>
            <pc:docMk/>
            <pc:sldMk cId="1285974237" sldId="259"/>
            <ac:picMk id="4" creationId="{6EA40932-C59A-4E9E-919B-124DACB6D8C3}"/>
          </ac:picMkLst>
        </pc:picChg>
        <pc:picChg chg="add mod">
          <ac:chgData name="Mahesh Chowdary" userId="438a3ffe85f3f198" providerId="Windows Live" clId="Web-{80F40F5F-4A7C-42E6-9289-145B8D394AAC}" dt="2021-08-24T13:40:00.216" v="33" actId="1076"/>
          <ac:picMkLst>
            <pc:docMk/>
            <pc:sldMk cId="1285974237" sldId="259"/>
            <ac:picMk id="5" creationId="{1D46D6F3-3C3B-45BE-B547-458685CAB53A}"/>
          </ac:picMkLst>
        </pc:picChg>
      </pc:sldChg>
      <pc:sldChg chg="addSp delSp modSp add del mod replId setClrOvrMap">
        <pc:chgData name="Mahesh Chowdary" userId="438a3ffe85f3f198" providerId="Windows Live" clId="Web-{80F40F5F-4A7C-42E6-9289-145B8D394AAC}" dt="2021-08-24T13:16:45.029" v="20"/>
        <pc:sldMkLst>
          <pc:docMk/>
          <pc:sldMk cId="665554014" sldId="260"/>
        </pc:sldMkLst>
        <pc:spChg chg="mod">
          <ac:chgData name="Mahesh Chowdary" userId="438a3ffe85f3f198" providerId="Windows Live" clId="Web-{80F40F5F-4A7C-42E6-9289-145B8D394AAC}" dt="2021-08-24T13:16:22.779" v="19"/>
          <ac:spMkLst>
            <pc:docMk/>
            <pc:sldMk cId="665554014" sldId="260"/>
            <ac:spMk id="3" creationId="{00000000-0000-0000-0000-000000000000}"/>
          </ac:spMkLst>
        </pc:spChg>
        <pc:spChg chg="del">
          <ac:chgData name="Mahesh Chowdary" userId="438a3ffe85f3f198" providerId="Windows Live" clId="Web-{80F40F5F-4A7C-42E6-9289-145B8D394AAC}" dt="2021-08-24T13:16:22.779" v="19"/>
          <ac:spMkLst>
            <pc:docMk/>
            <pc:sldMk cId="665554014" sldId="260"/>
            <ac:spMk id="10" creationId="{A8CCCB6D-5162-4AAE-A5E3-3AC55410DBCE}"/>
          </ac:spMkLst>
        </pc:spChg>
        <pc:spChg chg="del">
          <ac:chgData name="Mahesh Chowdary" userId="438a3ffe85f3f198" providerId="Windows Live" clId="Web-{80F40F5F-4A7C-42E6-9289-145B8D394AAC}" dt="2021-08-24T13:16:22.779" v="19"/>
          <ac:spMkLst>
            <pc:docMk/>
            <pc:sldMk cId="665554014" sldId="260"/>
            <ac:spMk id="12" creationId="{0BCD8C04-CC7B-40EF-82EB-E9821F79BB86}"/>
          </ac:spMkLst>
        </pc:spChg>
        <pc:spChg chg="add">
          <ac:chgData name="Mahesh Chowdary" userId="438a3ffe85f3f198" providerId="Windows Live" clId="Web-{80F40F5F-4A7C-42E6-9289-145B8D394AAC}" dt="2021-08-24T13:16:22.779" v="19"/>
          <ac:spMkLst>
            <pc:docMk/>
            <pc:sldMk cId="665554014" sldId="260"/>
            <ac:spMk id="17" creationId="{2A0E4E09-FC02-4ADC-951A-3FFA90B6FE39}"/>
          </ac:spMkLst>
        </pc:spChg>
        <pc:spChg chg="add">
          <ac:chgData name="Mahesh Chowdary" userId="438a3ffe85f3f198" providerId="Windows Live" clId="Web-{80F40F5F-4A7C-42E6-9289-145B8D394AAC}" dt="2021-08-24T13:16:22.779" v="19"/>
          <ac:spMkLst>
            <pc:docMk/>
            <pc:sldMk cId="665554014" sldId="260"/>
            <ac:spMk id="19" creationId="{9453FF84-60C1-4EA8-B49B-1B8C2D0C589F}"/>
          </ac:spMkLst>
        </pc:spChg>
        <pc:picChg chg="mod">
          <ac:chgData name="Mahesh Chowdary" userId="438a3ffe85f3f198" providerId="Windows Live" clId="Web-{80F40F5F-4A7C-42E6-9289-145B8D394AAC}" dt="2021-08-24T13:16:22.779" v="19"/>
          <ac:picMkLst>
            <pc:docMk/>
            <pc:sldMk cId="665554014" sldId="260"/>
            <ac:picMk id="4" creationId="{8665FA5F-B018-4B6D-A79F-1E12996840CE}"/>
          </ac:picMkLst>
        </pc:picChg>
        <pc:picChg chg="mod">
          <ac:chgData name="Mahesh Chowdary" userId="438a3ffe85f3f198" providerId="Windows Live" clId="Web-{80F40F5F-4A7C-42E6-9289-145B8D394AAC}" dt="2021-08-24T13:16:22.779" v="19"/>
          <ac:picMkLst>
            <pc:docMk/>
            <pc:sldMk cId="665554014" sldId="260"/>
            <ac:picMk id="5" creationId="{9549138D-C97F-4175-B727-2F29B2FCA1F0}"/>
          </ac:picMkLst>
        </pc:picChg>
      </pc:sldChg>
      <pc:sldChg chg="addSp modSp add del replId">
        <pc:chgData name="Mahesh Chowdary" userId="438a3ffe85f3f198" providerId="Windows Live" clId="Web-{80F40F5F-4A7C-42E6-9289-145B8D394AAC}" dt="2021-08-24T13:49:23.057" v="75"/>
        <pc:sldMkLst>
          <pc:docMk/>
          <pc:sldMk cId="2968778996" sldId="260"/>
        </pc:sldMkLst>
        <pc:picChg chg="add mod">
          <ac:chgData name="Mahesh Chowdary" userId="438a3ffe85f3f198" providerId="Windows Live" clId="Web-{80F40F5F-4A7C-42E6-9289-145B8D394AAC}" dt="2021-08-24T13:45:18.380" v="47"/>
          <ac:picMkLst>
            <pc:docMk/>
            <pc:sldMk cId="2968778996" sldId="260"/>
            <ac:picMk id="4" creationId="{16C3C113-A3FE-40E8-A976-559050D91F01}"/>
          </ac:picMkLst>
        </pc:picChg>
        <pc:picChg chg="add mod">
          <ac:chgData name="Mahesh Chowdary" userId="438a3ffe85f3f198" providerId="Windows Live" clId="Web-{80F40F5F-4A7C-42E6-9289-145B8D394AAC}" dt="2021-08-24T13:46:14.959" v="51" actId="1076"/>
          <ac:picMkLst>
            <pc:docMk/>
            <pc:sldMk cId="2968778996" sldId="260"/>
            <ac:picMk id="5" creationId="{7EB479EB-4A0E-4B19-B70A-2E90D64D12BB}"/>
          </ac:picMkLst>
        </pc:picChg>
      </pc:sldChg>
      <pc:sldChg chg="addSp delSp modSp add ord replId">
        <pc:chgData name="Mahesh Chowdary" userId="438a3ffe85f3f198" providerId="Windows Live" clId="Web-{80F40F5F-4A7C-42E6-9289-145B8D394AAC}" dt="2021-08-24T13:42:02.031" v="43"/>
        <pc:sldMkLst>
          <pc:docMk/>
          <pc:sldMk cId="4158550972" sldId="261"/>
        </pc:sldMkLst>
        <pc:spChg chg="mod ord">
          <ac:chgData name="Mahesh Chowdary" userId="438a3ffe85f3f198" providerId="Windows Live" clId="Web-{80F40F5F-4A7C-42E6-9289-145B8D394AAC}" dt="2021-08-24T13:41:57.313" v="42" actId="14100"/>
          <ac:spMkLst>
            <pc:docMk/>
            <pc:sldMk cId="4158550972" sldId="261"/>
            <ac:spMk id="3" creationId="{00000000-0000-0000-0000-000000000000}"/>
          </ac:spMkLst>
        </pc:spChg>
        <pc:spChg chg="del">
          <ac:chgData name="Mahesh Chowdary" userId="438a3ffe85f3f198" providerId="Windows Live" clId="Web-{80F40F5F-4A7C-42E6-9289-145B8D394AAC}" dt="2021-08-24T13:41:37.187" v="39"/>
          <ac:spMkLst>
            <pc:docMk/>
            <pc:sldMk cId="4158550972" sldId="261"/>
            <ac:spMk id="10" creationId="{A8CCCB6D-5162-4AAE-A5E3-3AC55410DBCE}"/>
          </ac:spMkLst>
        </pc:spChg>
        <pc:spChg chg="del">
          <ac:chgData name="Mahesh Chowdary" userId="438a3ffe85f3f198" providerId="Windows Live" clId="Web-{80F40F5F-4A7C-42E6-9289-145B8D394AAC}" dt="2021-08-24T13:41:37.187" v="39"/>
          <ac:spMkLst>
            <pc:docMk/>
            <pc:sldMk cId="4158550972" sldId="261"/>
            <ac:spMk id="12" creationId="{0BCD8C04-CC7B-40EF-82EB-E9821F79BB86}"/>
          </ac:spMkLst>
        </pc:spChg>
        <pc:spChg chg="add">
          <ac:chgData name="Mahesh Chowdary" userId="438a3ffe85f3f198" providerId="Windows Live" clId="Web-{80F40F5F-4A7C-42E6-9289-145B8D394AAC}" dt="2021-08-24T13:41:37.187" v="39"/>
          <ac:spMkLst>
            <pc:docMk/>
            <pc:sldMk cId="4158550972" sldId="261"/>
            <ac:spMk id="17" creationId="{0A597D97-203B-498B-95D3-E90DC961039F}"/>
          </ac:spMkLst>
        </pc:spChg>
        <pc:spChg chg="add">
          <ac:chgData name="Mahesh Chowdary" userId="438a3ffe85f3f198" providerId="Windows Live" clId="Web-{80F40F5F-4A7C-42E6-9289-145B8D394AAC}" dt="2021-08-24T13:41:37.187" v="39"/>
          <ac:spMkLst>
            <pc:docMk/>
            <pc:sldMk cId="4158550972" sldId="261"/>
            <ac:spMk id="19" creationId="{6A6EF10E-DF41-4BD3-8EB4-6F646531DC26}"/>
          </ac:spMkLst>
        </pc:spChg>
        <pc:picChg chg="add mod">
          <ac:chgData name="Mahesh Chowdary" userId="438a3ffe85f3f198" providerId="Windows Live" clId="Web-{80F40F5F-4A7C-42E6-9289-145B8D394AAC}" dt="2021-08-24T13:41:37.187" v="39"/>
          <ac:picMkLst>
            <pc:docMk/>
            <pc:sldMk cId="4158550972" sldId="261"/>
            <ac:picMk id="2" creationId="{D215DC10-3FE5-463D-96E8-F78C3664A2D6}"/>
          </ac:picMkLst>
        </pc:picChg>
        <pc:picChg chg="del">
          <ac:chgData name="Mahesh Chowdary" userId="438a3ffe85f3f198" providerId="Windows Live" clId="Web-{80F40F5F-4A7C-42E6-9289-145B8D394AAC}" dt="2021-08-24T13:40:35.326" v="35"/>
          <ac:picMkLst>
            <pc:docMk/>
            <pc:sldMk cId="4158550972" sldId="261"/>
            <ac:picMk id="4" creationId="{8665FA5F-B018-4B6D-A79F-1E12996840CE}"/>
          </ac:picMkLst>
        </pc:picChg>
        <pc:picChg chg="del">
          <ac:chgData name="Mahesh Chowdary" userId="438a3ffe85f3f198" providerId="Windows Live" clId="Web-{80F40F5F-4A7C-42E6-9289-145B8D394AAC}" dt="2021-08-24T13:41:14.452" v="37"/>
          <ac:picMkLst>
            <pc:docMk/>
            <pc:sldMk cId="4158550972" sldId="261"/>
            <ac:picMk id="5" creationId="{9549138D-C97F-4175-B727-2F29B2FCA1F0}"/>
          </ac:picMkLst>
        </pc:picChg>
        <pc:picChg chg="add mod">
          <ac:chgData name="Mahesh Chowdary" userId="438a3ffe85f3f198" providerId="Windows Live" clId="Web-{80F40F5F-4A7C-42E6-9289-145B8D394AAC}" dt="2021-08-24T13:41:47.828" v="40" actId="14100"/>
          <ac:picMkLst>
            <pc:docMk/>
            <pc:sldMk cId="4158550972" sldId="261"/>
            <ac:picMk id="6" creationId="{E08B31C4-72BC-486F-9966-22013495A817}"/>
          </ac:picMkLst>
        </pc:picChg>
      </pc:sldChg>
      <pc:sldChg chg="addSp delSp modSp add mod replId setBg setClrOvrMap">
        <pc:chgData name="Mahesh Chowdary" userId="438a3ffe85f3f198" providerId="Windows Live" clId="Web-{80F40F5F-4A7C-42E6-9289-145B8D394AAC}" dt="2021-08-24T14:11:34.711" v="181"/>
        <pc:sldMkLst>
          <pc:docMk/>
          <pc:sldMk cId="4240368019" sldId="262"/>
        </pc:sldMkLst>
        <pc:spChg chg="mod">
          <ac:chgData name="Mahesh Chowdary" userId="438a3ffe85f3f198" providerId="Windows Live" clId="Web-{80F40F5F-4A7C-42E6-9289-145B8D394AAC}" dt="2021-08-24T14:11:34.711" v="181"/>
          <ac:spMkLst>
            <pc:docMk/>
            <pc:sldMk cId="4240368019" sldId="262"/>
            <ac:spMk id="2" creationId="{00000000-0000-0000-0000-000000000000}"/>
          </ac:spMkLst>
        </pc:spChg>
        <pc:spChg chg="mod">
          <ac:chgData name="Mahesh Chowdary" userId="438a3ffe85f3f198" providerId="Windows Live" clId="Web-{80F40F5F-4A7C-42E6-9289-145B8D394AAC}" dt="2021-08-24T14:11:34.711" v="181"/>
          <ac:spMkLst>
            <pc:docMk/>
            <pc:sldMk cId="4240368019" sldId="262"/>
            <ac:spMk id="3" creationId="{00000000-0000-0000-0000-000000000000}"/>
          </ac:spMkLst>
        </pc:spChg>
        <pc:spChg chg="add">
          <ac:chgData name="Mahesh Chowdary" userId="438a3ffe85f3f198" providerId="Windows Live" clId="Web-{80F40F5F-4A7C-42E6-9289-145B8D394AAC}" dt="2021-08-24T14:11:34.711" v="181"/>
          <ac:spMkLst>
            <pc:docMk/>
            <pc:sldMk cId="4240368019" sldId="262"/>
            <ac:spMk id="7" creationId="{60B21A5C-062F-46C2-8389-53D40F46AA26}"/>
          </ac:spMkLst>
        </pc:spChg>
        <pc:spChg chg="add">
          <ac:chgData name="Mahesh Chowdary" userId="438a3ffe85f3f198" providerId="Windows Live" clId="Web-{80F40F5F-4A7C-42E6-9289-145B8D394AAC}" dt="2021-08-24T14:11:34.711" v="181"/>
          <ac:spMkLst>
            <pc:docMk/>
            <pc:sldMk cId="4240368019" sldId="262"/>
            <ac:spMk id="8" creationId="{8A177BCC-4208-4795-8572-4D623BA1E2A0}"/>
          </ac:spMkLst>
        </pc:spChg>
        <pc:spChg chg="add del">
          <ac:chgData name="Mahesh Chowdary" userId="438a3ffe85f3f198" providerId="Windows Live" clId="Web-{80F40F5F-4A7C-42E6-9289-145B8D394AAC}" dt="2021-08-24T14:11:34.695" v="180"/>
          <ac:spMkLst>
            <pc:docMk/>
            <pc:sldMk cId="4240368019" sldId="262"/>
            <ac:spMk id="10" creationId="{6DB7ADBC-26DA-450D-A8BF-E1ACCB46639C}"/>
          </ac:spMkLst>
        </pc:spChg>
        <pc:spChg chg="add del">
          <ac:chgData name="Mahesh Chowdary" userId="438a3ffe85f3f198" providerId="Windows Live" clId="Web-{80F40F5F-4A7C-42E6-9289-145B8D394AAC}" dt="2021-08-24T14:11:34.695" v="180"/>
          <ac:spMkLst>
            <pc:docMk/>
            <pc:sldMk cId="4240368019" sldId="262"/>
            <ac:spMk id="12" creationId="{5E3C0EDB-60D3-4CEF-8B80-C6D01E08DEC2}"/>
          </ac:spMkLst>
        </pc:spChg>
        <pc:spChg chg="add del">
          <ac:chgData name="Mahesh Chowdary" userId="438a3ffe85f3f198" providerId="Windows Live" clId="Web-{80F40F5F-4A7C-42E6-9289-145B8D394AAC}" dt="2021-08-24T14:11:34.695" v="180"/>
          <ac:spMkLst>
            <pc:docMk/>
            <pc:sldMk cId="4240368019" sldId="262"/>
            <ac:spMk id="14" creationId="{40C269CE-FB56-4D68-8CFB-1CFD5F350518}"/>
          </ac:spMkLst>
        </pc:spChg>
        <pc:spChg chg="add del">
          <ac:chgData name="Mahesh Chowdary" userId="438a3ffe85f3f198" providerId="Windows Live" clId="Web-{80F40F5F-4A7C-42E6-9289-145B8D394AAC}" dt="2021-08-24T14:11:34.695" v="180"/>
          <ac:spMkLst>
            <pc:docMk/>
            <pc:sldMk cId="4240368019" sldId="262"/>
            <ac:spMk id="16" creationId="{A6ED7E7F-75F7-4581-A930-C4DEBC2A8419}"/>
          </ac:spMkLst>
        </pc:spChg>
        <pc:picChg chg="add mod ord">
          <ac:chgData name="Mahesh Chowdary" userId="438a3ffe85f3f198" providerId="Windows Live" clId="Web-{80F40F5F-4A7C-42E6-9289-145B8D394AAC}" dt="2021-08-24T14:11:34.711" v="181"/>
          <ac:picMkLst>
            <pc:docMk/>
            <pc:sldMk cId="4240368019" sldId="262"/>
            <ac:picMk id="4" creationId="{4C38A4C4-0AD3-4423-B22A-708E865694D9}"/>
          </ac:picMkLst>
        </pc:picChg>
        <pc:picChg chg="add mod">
          <ac:chgData name="Mahesh Chowdary" userId="438a3ffe85f3f198" providerId="Windows Live" clId="Web-{80F40F5F-4A7C-42E6-9289-145B8D394AAC}" dt="2021-08-24T14:11:34.711" v="181"/>
          <ac:picMkLst>
            <pc:docMk/>
            <pc:sldMk cId="4240368019" sldId="262"/>
            <ac:picMk id="5" creationId="{030E5B38-568A-41CD-B66D-540E32B8E861}"/>
          </ac:picMkLst>
        </pc:picChg>
      </pc:sldChg>
      <pc:sldChg chg="addSp delSp modSp add mod ord replId setBg setClrOvrMap">
        <pc:chgData name="Mahesh Chowdary" userId="438a3ffe85f3f198" providerId="Windows Live" clId="Web-{80F40F5F-4A7C-42E6-9289-145B8D394AAC}" dt="2021-08-24T14:14:30.121" v="212" actId="20577"/>
        <pc:sldMkLst>
          <pc:docMk/>
          <pc:sldMk cId="3746131594" sldId="263"/>
        </pc:sldMkLst>
        <pc:spChg chg="mod ord">
          <ac:chgData name="Mahesh Chowdary" userId="438a3ffe85f3f198" providerId="Windows Live" clId="Web-{80F40F5F-4A7C-42E6-9289-145B8D394AAC}" dt="2021-08-24T14:14:14.605" v="210" actId="20577"/>
          <ac:spMkLst>
            <pc:docMk/>
            <pc:sldMk cId="3746131594" sldId="263"/>
            <ac:spMk id="2" creationId="{00000000-0000-0000-0000-000000000000}"/>
          </ac:spMkLst>
        </pc:spChg>
        <pc:spChg chg="add del mod ord">
          <ac:chgData name="Mahesh Chowdary" userId="438a3ffe85f3f198" providerId="Windows Live" clId="Web-{80F40F5F-4A7C-42E6-9289-145B8D394AAC}" dt="2021-08-24T14:09:52.865" v="175"/>
          <ac:spMkLst>
            <pc:docMk/>
            <pc:sldMk cId="3746131594" sldId="263"/>
            <ac:spMk id="3" creationId="{00000000-0000-0000-0000-000000000000}"/>
          </ac:spMkLst>
        </pc:spChg>
        <pc:spChg chg="add">
          <ac:chgData name="Mahesh Chowdary" userId="438a3ffe85f3f198" providerId="Windows Live" clId="Web-{80F40F5F-4A7C-42E6-9289-145B8D394AAC}" dt="2021-08-24T14:09:29.755" v="174"/>
          <ac:spMkLst>
            <pc:docMk/>
            <pc:sldMk cId="3746131594" sldId="263"/>
            <ac:spMk id="8" creationId="{60B21A5C-062F-46C2-8389-53D40F46AA26}"/>
          </ac:spMkLst>
        </pc:spChg>
        <pc:spChg chg="add del">
          <ac:chgData name="Mahesh Chowdary" userId="438a3ffe85f3f198" providerId="Windows Live" clId="Web-{80F40F5F-4A7C-42E6-9289-145B8D394AAC}" dt="2021-08-24T13:55:47.300" v="101"/>
          <ac:spMkLst>
            <pc:docMk/>
            <pc:sldMk cId="3746131594" sldId="263"/>
            <ac:spMk id="9" creationId="{F6E384F5-137A-40B1-97F0-694CC6ECD59C}"/>
          </ac:spMkLst>
        </pc:spChg>
        <pc:spChg chg="add del">
          <ac:chgData name="Mahesh Chowdary" userId="438a3ffe85f3f198" providerId="Windows Live" clId="Web-{80F40F5F-4A7C-42E6-9289-145B8D394AAC}" dt="2021-08-24T13:55:47.300" v="101"/>
          <ac:spMkLst>
            <pc:docMk/>
            <pc:sldMk cId="3746131594" sldId="263"/>
            <ac:spMk id="10" creationId="{9DBC4630-03DA-474F-BBCB-BA3AE6B317A4}"/>
          </ac:spMkLst>
        </pc:spChg>
        <pc:spChg chg="add del">
          <ac:chgData name="Mahesh Chowdary" userId="438a3ffe85f3f198" providerId="Windows Live" clId="Web-{80F40F5F-4A7C-42E6-9289-145B8D394AAC}" dt="2021-08-24T14:02:08.714" v="168"/>
          <ac:spMkLst>
            <pc:docMk/>
            <pc:sldMk cId="3746131594" sldId="263"/>
            <ac:spMk id="11" creationId="{B497CCB5-5FC2-473C-AFCC-2430CEF1DF71}"/>
          </ac:spMkLst>
        </pc:spChg>
        <pc:spChg chg="add del">
          <ac:chgData name="Mahesh Chowdary" userId="438a3ffe85f3f198" providerId="Windows Live" clId="Web-{80F40F5F-4A7C-42E6-9289-145B8D394AAC}" dt="2021-08-24T13:54:32.829" v="93"/>
          <ac:spMkLst>
            <pc:docMk/>
            <pc:sldMk cId="3746131594" sldId="263"/>
            <ac:spMk id="12" creationId="{B497CCB5-5FC2-473C-AFCC-2430CEF1DF71}"/>
          </ac:spMkLst>
        </pc:spChg>
        <pc:spChg chg="add del">
          <ac:chgData name="Mahesh Chowdary" userId="438a3ffe85f3f198" providerId="Windows Live" clId="Web-{80F40F5F-4A7C-42E6-9289-145B8D394AAC}" dt="2021-08-24T14:02:08.714" v="168"/>
          <ac:spMkLst>
            <pc:docMk/>
            <pc:sldMk cId="3746131594" sldId="263"/>
            <ac:spMk id="13" creationId="{599C8C75-BFDF-44E7-A028-EEB5EDD58817}"/>
          </ac:spMkLst>
        </pc:spChg>
        <pc:spChg chg="add del">
          <ac:chgData name="Mahesh Chowdary" userId="438a3ffe85f3f198" providerId="Windows Live" clId="Web-{80F40F5F-4A7C-42E6-9289-145B8D394AAC}" dt="2021-08-24T13:54:32.829" v="93"/>
          <ac:spMkLst>
            <pc:docMk/>
            <pc:sldMk cId="3746131594" sldId="263"/>
            <ac:spMk id="14" creationId="{599C8C75-BFDF-44E7-A028-EEB5EDD58817}"/>
          </ac:spMkLst>
        </pc:spChg>
        <pc:spChg chg="add">
          <ac:chgData name="Mahesh Chowdary" userId="438a3ffe85f3f198" providerId="Windows Live" clId="Web-{80F40F5F-4A7C-42E6-9289-145B8D394AAC}" dt="2021-08-24T14:09:29.755" v="174"/>
          <ac:spMkLst>
            <pc:docMk/>
            <pc:sldMk cId="3746131594" sldId="263"/>
            <ac:spMk id="15" creationId="{8A177BCC-4208-4795-8572-4D623BA1E2A0}"/>
          </ac:spMkLst>
        </pc:spChg>
        <pc:spChg chg="add del">
          <ac:chgData name="Mahesh Chowdary" userId="438a3ffe85f3f198" providerId="Windows Live" clId="Web-{80F40F5F-4A7C-42E6-9289-145B8D394AAC}" dt="2021-08-24T13:55:47.300" v="101"/>
          <ac:spMkLst>
            <pc:docMk/>
            <pc:sldMk cId="3746131594" sldId="263"/>
            <ac:spMk id="16" creationId="{78418A25-6EAC-4140-BFE6-284E1925B5EE}"/>
          </ac:spMkLst>
        </pc:spChg>
        <pc:spChg chg="add mod">
          <ac:chgData name="Mahesh Chowdary" userId="438a3ffe85f3f198" providerId="Windows Live" clId="Web-{80F40F5F-4A7C-42E6-9289-145B8D394AAC}" dt="2021-08-24T14:14:30.121" v="212" actId="20577"/>
          <ac:spMkLst>
            <pc:docMk/>
            <pc:sldMk cId="3746131594" sldId="263"/>
            <ac:spMk id="17" creationId="{11A2413E-4EEC-48E1-A69A-7961797239A7}"/>
          </ac:spMkLst>
        </pc:spChg>
        <pc:spChg chg="add del">
          <ac:chgData name="Mahesh Chowdary" userId="438a3ffe85f3f198" providerId="Windows Live" clId="Web-{80F40F5F-4A7C-42E6-9289-145B8D394AAC}" dt="2021-08-24T13:55:47.300" v="101"/>
          <ac:spMkLst>
            <pc:docMk/>
            <pc:sldMk cId="3746131594" sldId="263"/>
            <ac:spMk id="18" creationId="{31103AB2-C090-458F-B752-294F23AFA8AD}"/>
          </ac:spMkLst>
        </pc:spChg>
        <pc:picChg chg="add del mod ord">
          <ac:chgData name="Mahesh Chowdary" userId="438a3ffe85f3f198" providerId="Windows Live" clId="Web-{80F40F5F-4A7C-42E6-9289-145B8D394AAC}" dt="2021-08-24T14:02:20.121" v="171"/>
          <ac:picMkLst>
            <pc:docMk/>
            <pc:sldMk cId="3746131594" sldId="263"/>
            <ac:picMk id="4" creationId="{A18FD660-136C-48C5-AC27-66B71D0A973C}"/>
          </ac:picMkLst>
        </pc:picChg>
        <pc:picChg chg="add mod ord">
          <ac:chgData name="Mahesh Chowdary" userId="438a3ffe85f3f198" providerId="Windows Live" clId="Web-{80F40F5F-4A7C-42E6-9289-145B8D394AAC}" dt="2021-08-24T14:09:29.755" v="174"/>
          <ac:picMkLst>
            <pc:docMk/>
            <pc:sldMk cId="3746131594" sldId="263"/>
            <ac:picMk id="5" creationId="{97E97EB4-1821-42CE-A87E-11FF71C4D132}"/>
          </ac:picMkLst>
        </pc:picChg>
        <pc:picChg chg="add mod ord">
          <ac:chgData name="Mahesh Chowdary" userId="438a3ffe85f3f198" providerId="Windows Live" clId="Web-{80F40F5F-4A7C-42E6-9289-145B8D394AAC}" dt="2021-08-24T14:09:29.755" v="174"/>
          <ac:picMkLst>
            <pc:docMk/>
            <pc:sldMk cId="3746131594" sldId="263"/>
            <ac:picMk id="6" creationId="{57738560-5368-4052-8589-53DF9CE895CC}"/>
          </ac:picMkLst>
        </pc:picChg>
        <pc:picChg chg="add del mod">
          <ac:chgData name="Mahesh Chowdary" userId="438a3ffe85f3f198" providerId="Windows Live" clId="Web-{80F40F5F-4A7C-42E6-9289-145B8D394AAC}" dt="2021-08-24T14:02:17.121" v="170"/>
          <ac:picMkLst>
            <pc:docMk/>
            <pc:sldMk cId="3746131594" sldId="263"/>
            <ac:picMk id="7" creationId="{32B942D9-1D60-43A5-ADAD-CAAD5806AA46}"/>
          </ac:picMkLst>
        </pc:picChg>
      </pc:sldChg>
      <pc:sldChg chg="addSp delSp modSp add replId modTransition">
        <pc:chgData name="Mahesh Chowdary" userId="438a3ffe85f3f198" providerId="Windows Live" clId="Web-{80F40F5F-4A7C-42E6-9289-145B8D394AAC}" dt="2021-08-24T14:08:51.457" v="173"/>
        <pc:sldMkLst>
          <pc:docMk/>
          <pc:sldMk cId="762154306" sldId="264"/>
        </pc:sldMkLst>
        <pc:spChg chg="mod ord">
          <ac:chgData name="Mahesh Chowdary" userId="438a3ffe85f3f198" providerId="Windows Live" clId="Web-{80F40F5F-4A7C-42E6-9289-145B8D394AAC}" dt="2021-08-24T13:47:52.539" v="60"/>
          <ac:spMkLst>
            <pc:docMk/>
            <pc:sldMk cId="762154306" sldId="264"/>
            <ac:spMk id="3" creationId="{00000000-0000-0000-0000-000000000000}"/>
          </ac:spMkLst>
        </pc:spChg>
        <pc:spChg chg="del">
          <ac:chgData name="Mahesh Chowdary" userId="438a3ffe85f3f198" providerId="Windows Live" clId="Web-{80F40F5F-4A7C-42E6-9289-145B8D394AAC}" dt="2021-08-24T13:46:47.553" v="55"/>
          <ac:spMkLst>
            <pc:docMk/>
            <pc:sldMk cId="762154306" sldId="264"/>
            <ac:spMk id="17" creationId="{0A597D97-203B-498B-95D3-E90DC961039F}"/>
          </ac:spMkLst>
        </pc:spChg>
        <pc:spChg chg="del">
          <ac:chgData name="Mahesh Chowdary" userId="438a3ffe85f3f198" providerId="Windows Live" clId="Web-{80F40F5F-4A7C-42E6-9289-145B8D394AAC}" dt="2021-08-24T13:46:47.553" v="55"/>
          <ac:spMkLst>
            <pc:docMk/>
            <pc:sldMk cId="762154306" sldId="264"/>
            <ac:spMk id="19" creationId="{6A6EF10E-DF41-4BD3-8EB4-6F646531DC26}"/>
          </ac:spMkLst>
        </pc:spChg>
        <pc:spChg chg="add del">
          <ac:chgData name="Mahesh Chowdary" userId="438a3ffe85f3f198" providerId="Windows Live" clId="Web-{80F40F5F-4A7C-42E6-9289-145B8D394AAC}" dt="2021-08-24T13:47:52.539" v="60"/>
          <ac:spMkLst>
            <pc:docMk/>
            <pc:sldMk cId="762154306" sldId="264"/>
            <ac:spMk id="24" creationId="{A8CCCB6D-5162-4AAE-A5E3-3AC55410DBCE}"/>
          </ac:spMkLst>
        </pc:spChg>
        <pc:spChg chg="add del">
          <ac:chgData name="Mahesh Chowdary" userId="438a3ffe85f3f198" providerId="Windows Live" clId="Web-{80F40F5F-4A7C-42E6-9289-145B8D394AAC}" dt="2021-08-24T13:47:52.539" v="60"/>
          <ac:spMkLst>
            <pc:docMk/>
            <pc:sldMk cId="762154306" sldId="264"/>
            <ac:spMk id="26" creationId="{0BCD8C04-CC7B-40EF-82EB-E9821F79BB86}"/>
          </ac:spMkLst>
        </pc:spChg>
        <pc:spChg chg="add">
          <ac:chgData name="Mahesh Chowdary" userId="438a3ffe85f3f198" providerId="Windows Live" clId="Web-{80F40F5F-4A7C-42E6-9289-145B8D394AAC}" dt="2021-08-24T13:47:52.539" v="60"/>
          <ac:spMkLst>
            <pc:docMk/>
            <pc:sldMk cId="762154306" sldId="264"/>
            <ac:spMk id="31" creationId="{FA69AAE0-49D5-4C8B-8BA2-55898C00E05E}"/>
          </ac:spMkLst>
        </pc:spChg>
        <pc:picChg chg="del">
          <ac:chgData name="Mahesh Chowdary" userId="438a3ffe85f3f198" providerId="Windows Live" clId="Web-{80F40F5F-4A7C-42E6-9289-145B8D394AAC}" dt="2021-08-24T13:46:32.678" v="54"/>
          <ac:picMkLst>
            <pc:docMk/>
            <pc:sldMk cId="762154306" sldId="264"/>
            <ac:picMk id="2" creationId="{D215DC10-3FE5-463D-96E8-F78C3664A2D6}"/>
          </ac:picMkLst>
        </pc:picChg>
        <pc:picChg chg="add mod">
          <ac:chgData name="Mahesh Chowdary" userId="438a3ffe85f3f198" providerId="Windows Live" clId="Web-{80F40F5F-4A7C-42E6-9289-145B8D394AAC}" dt="2021-08-24T13:48:59.619" v="72" actId="14100"/>
          <ac:picMkLst>
            <pc:docMk/>
            <pc:sldMk cId="762154306" sldId="264"/>
            <ac:picMk id="4" creationId="{982108F3-BEE2-4FF3-8E6D-D8B80796BEB4}"/>
          </ac:picMkLst>
        </pc:picChg>
        <pc:picChg chg="add del mod ord">
          <ac:chgData name="Mahesh Chowdary" userId="438a3ffe85f3f198" providerId="Windows Live" clId="Web-{80F40F5F-4A7C-42E6-9289-145B8D394AAC}" dt="2021-08-24T13:48:21.524" v="64"/>
          <ac:picMkLst>
            <pc:docMk/>
            <pc:sldMk cId="762154306" sldId="264"/>
            <ac:picMk id="5" creationId="{72D5C8D4-35C9-4C0E-8671-BB2CC0C64B50}"/>
          </ac:picMkLst>
        </pc:picChg>
        <pc:picChg chg="del">
          <ac:chgData name="Mahesh Chowdary" userId="438a3ffe85f3f198" providerId="Windows Live" clId="Web-{80F40F5F-4A7C-42E6-9289-145B8D394AAC}" dt="2021-08-24T13:46:09.959" v="50"/>
          <ac:picMkLst>
            <pc:docMk/>
            <pc:sldMk cId="762154306" sldId="264"/>
            <ac:picMk id="6" creationId="{E08B31C4-72BC-486F-9966-22013495A817}"/>
          </ac:picMkLst>
        </pc:picChg>
        <pc:picChg chg="add mod">
          <ac:chgData name="Mahesh Chowdary" userId="438a3ffe85f3f198" providerId="Windows Live" clId="Web-{80F40F5F-4A7C-42E6-9289-145B8D394AAC}" dt="2021-08-24T13:49:10.431" v="74" actId="14100"/>
          <ac:picMkLst>
            <pc:docMk/>
            <pc:sldMk cId="762154306" sldId="264"/>
            <ac:picMk id="8" creationId="{9F6DE1EF-479F-4EB3-98BB-8E42EC20FF63}"/>
          </ac:picMkLst>
        </pc:picChg>
      </pc:sldChg>
      <pc:sldChg chg="add del replId">
        <pc:chgData name="Mahesh Chowdary" userId="438a3ffe85f3f198" providerId="Windows Live" clId="Web-{80F40F5F-4A7C-42E6-9289-145B8D394AAC}" dt="2021-08-24T13:55:38.081" v="100"/>
        <pc:sldMkLst>
          <pc:docMk/>
          <pc:sldMk cId="2304750285" sldId="265"/>
        </pc:sldMkLst>
      </pc:sldChg>
      <pc:sldChg chg="add del replId">
        <pc:chgData name="Mahesh Chowdary" userId="438a3ffe85f3f198" providerId="Windows Live" clId="Web-{80F40F5F-4A7C-42E6-9289-145B8D394AAC}" dt="2021-08-24T13:54:02" v="90"/>
        <pc:sldMkLst>
          <pc:docMk/>
          <pc:sldMk cId="2420290305" sldId="265"/>
        </pc:sldMkLst>
      </pc:sldChg>
      <pc:sldChg chg="addSp delSp modSp new mod ord setBg">
        <pc:chgData name="Mahesh Chowdary" userId="438a3ffe85f3f198" providerId="Windows Live" clId="Web-{80F40F5F-4A7C-42E6-9289-145B8D394AAC}" dt="2021-08-24T14:19:03.190" v="216"/>
        <pc:sldMkLst>
          <pc:docMk/>
          <pc:sldMk cId="2824350504" sldId="265"/>
        </pc:sldMkLst>
        <pc:spChg chg="del">
          <ac:chgData name="Mahesh Chowdary" userId="438a3ffe85f3f198" providerId="Windows Live" clId="Web-{80F40F5F-4A7C-42E6-9289-145B8D394AAC}" dt="2021-08-24T14:19:03.190" v="216"/>
          <ac:spMkLst>
            <pc:docMk/>
            <pc:sldMk cId="2824350504" sldId="265"/>
            <ac:spMk id="2" creationId="{A1EB63E2-8C24-4953-B957-BEFFBE9B022A}"/>
          </ac:spMkLst>
        </pc:spChg>
        <pc:spChg chg="del">
          <ac:chgData name="Mahesh Chowdary" userId="438a3ffe85f3f198" providerId="Windows Live" clId="Web-{80F40F5F-4A7C-42E6-9289-145B8D394AAC}" dt="2021-08-24T14:18:05.907" v="213"/>
          <ac:spMkLst>
            <pc:docMk/>
            <pc:sldMk cId="2824350504" sldId="265"/>
            <ac:spMk id="3" creationId="{6180A055-FEBA-4B99-B737-C1E0231447A0}"/>
          </ac:spMkLst>
        </pc:spChg>
        <pc:spChg chg="add del mod">
          <ac:chgData name="Mahesh Chowdary" userId="438a3ffe85f3f198" providerId="Windows Live" clId="Web-{80F40F5F-4A7C-42E6-9289-145B8D394AAC}" dt="2021-08-24T14:18:57.627" v="215"/>
          <ac:spMkLst>
            <pc:docMk/>
            <pc:sldMk cId="2824350504" sldId="265"/>
            <ac:spMk id="6" creationId="{2C834C56-0D6C-411A-B72F-586E02CF6AA4}"/>
          </ac:spMkLst>
        </pc:spChg>
        <pc:spChg chg="add">
          <ac:chgData name="Mahesh Chowdary" userId="438a3ffe85f3f198" providerId="Windows Live" clId="Web-{80F40F5F-4A7C-42E6-9289-145B8D394AAC}" dt="2021-08-24T14:19:03.190" v="216"/>
          <ac:spMkLst>
            <pc:docMk/>
            <pc:sldMk cId="2824350504" sldId="265"/>
            <ac:spMk id="12" creationId="{42A4FC2C-047E-45A5-965D-8E1E3BF09BC6}"/>
          </ac:spMkLst>
        </pc:spChg>
        <pc:picChg chg="add del mod ord">
          <ac:chgData name="Mahesh Chowdary" userId="438a3ffe85f3f198" providerId="Windows Live" clId="Web-{80F40F5F-4A7C-42E6-9289-145B8D394AAC}" dt="2021-08-24T14:18:38.783" v="214"/>
          <ac:picMkLst>
            <pc:docMk/>
            <pc:sldMk cId="2824350504" sldId="265"/>
            <ac:picMk id="4" creationId="{5DCD0E47-9665-4CEC-896B-9F34049A1401}"/>
          </ac:picMkLst>
        </pc:picChg>
        <pc:picChg chg="add mod ord">
          <ac:chgData name="Mahesh Chowdary" userId="438a3ffe85f3f198" providerId="Windows Live" clId="Web-{80F40F5F-4A7C-42E6-9289-145B8D394AAC}" dt="2021-08-24T14:19:03.190" v="216"/>
          <ac:picMkLst>
            <pc:docMk/>
            <pc:sldMk cId="2824350504" sldId="265"/>
            <ac:picMk id="7" creationId="{F1E206B9-3362-428D-B621-BC254F34B5F3}"/>
          </ac:picMkLst>
        </pc:picChg>
      </pc:sldChg>
      <pc:sldChg chg="addSp delSp new add del mod modClrScheme chgLayout">
        <pc:chgData name="Mahesh Chowdary" userId="438a3ffe85f3f198" providerId="Windows Live" clId="Web-{80F40F5F-4A7C-42E6-9289-145B8D394AAC}" dt="2021-08-24T14:02:04.058" v="167"/>
        <pc:sldMkLst>
          <pc:docMk/>
          <pc:sldMk cId="2992530306" sldId="265"/>
        </pc:sldMkLst>
        <pc:spChg chg="add del">
          <ac:chgData name="Mahesh Chowdary" userId="438a3ffe85f3f198" providerId="Windows Live" clId="Web-{80F40F5F-4A7C-42E6-9289-145B8D394AAC}" dt="2021-08-24T14:02:01.933" v="166"/>
          <ac:spMkLst>
            <pc:docMk/>
            <pc:sldMk cId="2992530306" sldId="265"/>
            <ac:spMk id="2" creationId="{E913A1E9-15DD-4465-AE2C-B0504C1402E2}"/>
          </ac:spMkLst>
        </pc:spChg>
        <pc:spChg chg="add del">
          <ac:chgData name="Mahesh Chowdary" userId="438a3ffe85f3f198" providerId="Windows Live" clId="Web-{80F40F5F-4A7C-42E6-9289-145B8D394AAC}" dt="2021-08-24T14:02:01.933" v="166"/>
          <ac:spMkLst>
            <pc:docMk/>
            <pc:sldMk cId="2992530306" sldId="265"/>
            <ac:spMk id="3" creationId="{92756218-8851-4D08-8CAF-AE359898130F}"/>
          </ac:spMkLst>
        </pc:spChg>
      </pc:sldChg>
      <pc:sldChg chg="add del replId">
        <pc:chgData name="Mahesh Chowdary" userId="438a3ffe85f3f198" providerId="Windows Live" clId="Web-{80F40F5F-4A7C-42E6-9289-145B8D394AAC}" dt="2021-08-24T13:55:34.112" v="99"/>
        <pc:sldMkLst>
          <pc:docMk/>
          <pc:sldMk cId="755158196" sldId="266"/>
        </pc:sldMkLst>
      </pc:sldChg>
      <pc:sldChg chg="add del replId">
        <pc:chgData name="Mahesh Chowdary" userId="438a3ffe85f3f198" providerId="Windows Live" clId="Web-{80F40F5F-4A7C-42E6-9289-145B8D394AAC}" dt="2021-08-24T14:01:57.355" v="165"/>
        <pc:sldMkLst>
          <pc:docMk/>
          <pc:sldMk cId="3302884530" sldId="266"/>
        </pc:sldMkLst>
      </pc:sldChg>
      <pc:sldChg chg="addSp delSp modSp add del mod replId setBg setClrOvrMap">
        <pc:chgData name="Mahesh Chowdary" userId="438a3ffe85f3f198" providerId="Windows Live" clId="Web-{80F40F5F-4A7C-42E6-9289-145B8D394AAC}" dt="2021-08-24T14:01:39.932" v="163"/>
        <pc:sldMkLst>
          <pc:docMk/>
          <pc:sldMk cId="3417158078" sldId="266"/>
        </pc:sldMkLst>
        <pc:spChg chg="mod ord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" creationId="{00000000-0000-0000-0000-000000000000}"/>
          </ac:spMkLst>
        </pc:spChg>
        <pc:spChg chg="mod ord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3" creationId="{00000000-0000-0000-0000-000000000000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11" creationId="{B497CCB5-5FC2-473C-AFCC-2430CEF1DF71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13" creationId="{599C8C75-BFDF-44E7-A028-EEB5EDD58817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18" creationId="{398F3DEE-0E56-499F-AFAE-C2DA7C2C815B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0" creationId="{EBB65E49-5337-40E3-9DBD-146D14EA0739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2" creationId="{E859509F-94DC-4952-A3B5-1EFAA2F5242F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4" creationId="{6B1AF2CB-1EFE-4962-A8DC-2D3CE47362B5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6" creationId="{2232531E-9E20-48D1-A119-C05304D9E893}"/>
          </ac:spMkLst>
        </pc:spChg>
        <pc:spChg chg="add del">
          <ac:chgData name="Mahesh Chowdary" userId="438a3ffe85f3f198" providerId="Windows Live" clId="Web-{80F40F5F-4A7C-42E6-9289-145B8D394AAC}" dt="2021-08-24T14:01:32.870" v="161"/>
          <ac:spMkLst>
            <pc:docMk/>
            <pc:sldMk cId="3417158078" sldId="266"/>
            <ac:spMk id="28" creationId="{17AA014B-79A8-4BEC-893F-423182880E21}"/>
          </ac:spMkLst>
        </pc:spChg>
        <pc:spChg chg="add del">
          <ac:chgData name="Mahesh Chowdary" userId="438a3ffe85f3f198" providerId="Windows Live" clId="Web-{80F40F5F-4A7C-42E6-9289-145B8D394AAC}" dt="2021-08-24T14:01:31.495" v="160"/>
          <ac:spMkLst>
            <pc:docMk/>
            <pc:sldMk cId="3417158078" sldId="266"/>
            <ac:spMk id="33" creationId="{F6E384F5-137A-40B1-97F0-694CC6ECD59C}"/>
          </ac:spMkLst>
        </pc:spChg>
        <pc:spChg chg="add del">
          <ac:chgData name="Mahesh Chowdary" userId="438a3ffe85f3f198" providerId="Windows Live" clId="Web-{80F40F5F-4A7C-42E6-9289-145B8D394AAC}" dt="2021-08-24T14:01:31.495" v="160"/>
          <ac:spMkLst>
            <pc:docMk/>
            <pc:sldMk cId="3417158078" sldId="266"/>
            <ac:spMk id="35" creationId="{9DBC4630-03DA-474F-BBCB-BA3AE6B317A4}"/>
          </ac:spMkLst>
        </pc:spChg>
        <pc:spChg chg="add del">
          <ac:chgData name="Mahesh Chowdary" userId="438a3ffe85f3f198" providerId="Windows Live" clId="Web-{80F40F5F-4A7C-42E6-9289-145B8D394AAC}" dt="2021-08-24T14:01:31.495" v="160"/>
          <ac:spMkLst>
            <pc:docMk/>
            <pc:sldMk cId="3417158078" sldId="266"/>
            <ac:spMk id="37" creationId="{78418A25-6EAC-4140-BFE6-284E1925B5EE}"/>
          </ac:spMkLst>
        </pc:spChg>
        <pc:spChg chg="add del">
          <ac:chgData name="Mahesh Chowdary" userId="438a3ffe85f3f198" providerId="Windows Live" clId="Web-{80F40F5F-4A7C-42E6-9289-145B8D394AAC}" dt="2021-08-24T14:01:31.495" v="160"/>
          <ac:spMkLst>
            <pc:docMk/>
            <pc:sldMk cId="3417158078" sldId="266"/>
            <ac:spMk id="39" creationId="{31103AB2-C090-458F-B752-294F23AFA8AD}"/>
          </ac:spMkLst>
        </pc:spChg>
        <pc:picChg chg="mod">
          <ac:chgData name="Mahesh Chowdary" userId="438a3ffe85f3f198" providerId="Windows Live" clId="Web-{80F40F5F-4A7C-42E6-9289-145B8D394AAC}" dt="2021-08-24T14:01:32.870" v="161"/>
          <ac:picMkLst>
            <pc:docMk/>
            <pc:sldMk cId="3417158078" sldId="266"/>
            <ac:picMk id="4" creationId="{A18FD660-136C-48C5-AC27-66B71D0A973C}"/>
          </ac:picMkLst>
        </pc:picChg>
        <pc:picChg chg="mod">
          <ac:chgData name="Mahesh Chowdary" userId="438a3ffe85f3f198" providerId="Windows Live" clId="Web-{80F40F5F-4A7C-42E6-9289-145B8D394AAC}" dt="2021-08-24T14:01:32.870" v="161"/>
          <ac:picMkLst>
            <pc:docMk/>
            <pc:sldMk cId="3417158078" sldId="266"/>
            <ac:picMk id="5" creationId="{97E97EB4-1821-42CE-A87E-11FF71C4D132}"/>
          </ac:picMkLst>
        </pc:picChg>
        <pc:picChg chg="mod ord">
          <ac:chgData name="Mahesh Chowdary" userId="438a3ffe85f3f198" providerId="Windows Live" clId="Web-{80F40F5F-4A7C-42E6-9289-145B8D394AAC}" dt="2021-08-24T14:01:32.870" v="161"/>
          <ac:picMkLst>
            <pc:docMk/>
            <pc:sldMk cId="3417158078" sldId="266"/>
            <ac:picMk id="6" creationId="{57738560-5368-4052-8589-53DF9CE895CC}"/>
          </ac:picMkLst>
        </pc:picChg>
        <pc:picChg chg="mod ord">
          <ac:chgData name="Mahesh Chowdary" userId="438a3ffe85f3f198" providerId="Windows Live" clId="Web-{80F40F5F-4A7C-42E6-9289-145B8D394AAC}" dt="2021-08-24T14:01:32.870" v="161"/>
          <ac:picMkLst>
            <pc:docMk/>
            <pc:sldMk cId="3417158078" sldId="266"/>
            <ac:picMk id="7" creationId="{32B942D9-1D60-43A5-ADAD-CAAD5806AA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7" descr="A picture containing text, person, posing, group&#10;&#10;Description automatically generated">
            <a:extLst>
              <a:ext uri="{FF2B5EF4-FFF2-40B4-BE49-F238E27FC236}">
                <a16:creationId xmlns:a16="http://schemas.microsoft.com/office/drawing/2014/main" id="{F1E206B9-3362-428D-B621-BC254F34B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45" r="73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5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0271" y="3794336"/>
            <a:ext cx="5242259" cy="1922251"/>
          </a:xfrm>
        </p:spPr>
        <p:txBody>
          <a:bodyPr anchor="t">
            <a:normAutofit/>
          </a:bodyPr>
          <a:lstStyle/>
          <a:p>
            <a:pPr algn="l"/>
            <a:r>
              <a:rPr lang="en-US" u="sng">
                <a:latin typeface="Times New Roman"/>
                <a:cs typeface="Calibri Light"/>
              </a:rPr>
              <a:t>About</a:t>
            </a:r>
            <a:endParaRPr lang="en-US" u="sng">
              <a:latin typeface="Times New Roman"/>
            </a:endParaRPr>
          </a:p>
        </p:txBody>
      </p:sp>
      <p:sp>
        <p:nvSpPr>
          <p:cNvPr id="8" name="Freeform: Shape 10">
            <a:extLst>
              <a:ext uri="{FF2B5EF4-FFF2-40B4-BE49-F238E27FC236}">
                <a16:creationId xmlns:a16="http://schemas.microsoft.com/office/drawing/2014/main" id="{60B21A5C-062F-46C2-8389-53D40F46A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83466"/>
            <a:ext cx="5549037" cy="6374535"/>
          </a:xfrm>
          <a:custGeom>
            <a:avLst/>
            <a:gdLst>
              <a:gd name="connsiteX0" fmla="*/ 2203019 w 5549037"/>
              <a:gd name="connsiteY0" fmla="*/ 0 h 6374535"/>
              <a:gd name="connsiteX1" fmla="*/ 5549037 w 5549037"/>
              <a:gd name="connsiteY1" fmla="*/ 3346018 h 6374535"/>
              <a:gd name="connsiteX2" fmla="*/ 3797930 w 5549037"/>
              <a:gd name="connsiteY2" fmla="*/ 6288190 h 6374535"/>
              <a:gd name="connsiteX3" fmla="*/ 3618689 w 5549037"/>
              <a:gd name="connsiteY3" fmla="*/ 6374535 h 6374535"/>
              <a:gd name="connsiteX4" fmla="*/ 779546 w 5549037"/>
              <a:gd name="connsiteY4" fmla="*/ 6374535 h 6374535"/>
              <a:gd name="connsiteX5" fmla="*/ 537516 w 5549037"/>
              <a:gd name="connsiteY5" fmla="*/ 6248727 h 6374535"/>
              <a:gd name="connsiteX6" fmla="*/ 74641 w 5549037"/>
              <a:gd name="connsiteY6" fmla="*/ 5927968 h 6374535"/>
              <a:gd name="connsiteX7" fmla="*/ 0 w 5549037"/>
              <a:gd name="connsiteY7" fmla="*/ 5860130 h 6374535"/>
              <a:gd name="connsiteX8" fmla="*/ 0 w 5549037"/>
              <a:gd name="connsiteY8" fmla="*/ 831906 h 6374535"/>
              <a:gd name="connsiteX9" fmla="*/ 74641 w 5549037"/>
              <a:gd name="connsiteY9" fmla="*/ 764068 h 6374535"/>
              <a:gd name="connsiteX10" fmla="*/ 2203019 w 5549037"/>
              <a:gd name="connsiteY10" fmla="*/ 0 h 63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49037" h="6374535">
                <a:moveTo>
                  <a:pt x="2203019" y="0"/>
                </a:moveTo>
                <a:cubicBezTo>
                  <a:pt x="4050974" y="0"/>
                  <a:pt x="5549037" y="1498063"/>
                  <a:pt x="5549037" y="3346018"/>
                </a:cubicBezTo>
                <a:cubicBezTo>
                  <a:pt x="5549037" y="4616487"/>
                  <a:pt x="4840968" y="5721578"/>
                  <a:pt x="3797930" y="6288190"/>
                </a:cubicBezTo>
                <a:lnTo>
                  <a:pt x="3618689" y="6374535"/>
                </a:lnTo>
                <a:lnTo>
                  <a:pt x="779546" y="6374535"/>
                </a:lnTo>
                <a:lnTo>
                  <a:pt x="537516" y="6248727"/>
                </a:lnTo>
                <a:cubicBezTo>
                  <a:pt x="374031" y="6154721"/>
                  <a:pt x="219238" y="6047301"/>
                  <a:pt x="74641" y="5927968"/>
                </a:cubicBezTo>
                <a:lnTo>
                  <a:pt x="0" y="5860130"/>
                </a:lnTo>
                <a:lnTo>
                  <a:pt x="0" y="831906"/>
                </a:lnTo>
                <a:lnTo>
                  <a:pt x="74641" y="764068"/>
                </a:lnTo>
                <a:cubicBezTo>
                  <a:pt x="653030" y="286739"/>
                  <a:pt x="1394539" y="0"/>
                  <a:pt x="220301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7E97EB4-1821-42CE-A87E-11FF71C4D1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38" r="9407" b="-1"/>
          <a:stretch/>
        </p:blipFill>
        <p:spPr>
          <a:xfrm>
            <a:off x="1" y="647373"/>
            <a:ext cx="5385130" cy="6210629"/>
          </a:xfrm>
          <a:custGeom>
            <a:avLst/>
            <a:gdLst/>
            <a:ahLst/>
            <a:cxnLst/>
            <a:rect l="l" t="t" r="r" b="b"/>
            <a:pathLst>
              <a:path w="5385130" h="6210629">
                <a:moveTo>
                  <a:pt x="2203018" y="0"/>
                </a:moveTo>
                <a:cubicBezTo>
                  <a:pt x="3960450" y="0"/>
                  <a:pt x="5385130" y="1424680"/>
                  <a:pt x="5385130" y="3182112"/>
                </a:cubicBezTo>
                <a:cubicBezTo>
                  <a:pt x="5385130" y="4500186"/>
                  <a:pt x="4583748" y="5631087"/>
                  <a:pt x="3441640" y="6114158"/>
                </a:cubicBezTo>
                <a:lnTo>
                  <a:pt x="3178061" y="6210629"/>
                </a:lnTo>
                <a:lnTo>
                  <a:pt x="1233206" y="6210629"/>
                </a:lnTo>
                <a:lnTo>
                  <a:pt x="1108901" y="6171135"/>
                </a:lnTo>
                <a:cubicBezTo>
                  <a:pt x="767738" y="6046219"/>
                  <a:pt x="453928" y="5864559"/>
                  <a:pt x="178899" y="5637585"/>
                </a:cubicBezTo>
                <a:lnTo>
                  <a:pt x="0" y="5474990"/>
                </a:lnTo>
                <a:lnTo>
                  <a:pt x="0" y="889234"/>
                </a:lnTo>
                <a:lnTo>
                  <a:pt x="178899" y="726640"/>
                </a:lnTo>
                <a:cubicBezTo>
                  <a:pt x="728956" y="272693"/>
                  <a:pt x="1434142" y="0"/>
                  <a:pt x="2203018" y="0"/>
                </a:cubicBezTo>
                <a:close/>
              </a:path>
            </a:pathLst>
          </a:custGeom>
        </p:spPr>
      </p:pic>
      <p:sp>
        <p:nvSpPr>
          <p:cNvPr id="15" name="Freeform: Shape 12">
            <a:extLst>
              <a:ext uri="{FF2B5EF4-FFF2-40B4-BE49-F238E27FC236}">
                <a16:creationId xmlns:a16="http://schemas.microsoft.com/office/drawing/2014/main" id="{8A177BCC-4208-4795-8572-4D623BA1E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3763" y="1"/>
            <a:ext cx="4480560" cy="2513993"/>
          </a:xfrm>
          <a:custGeom>
            <a:avLst/>
            <a:gdLst>
              <a:gd name="connsiteX0" fmla="*/ 18382 w 4480560"/>
              <a:gd name="connsiteY0" fmla="*/ 0 h 2513993"/>
              <a:gd name="connsiteX1" fmla="*/ 4462178 w 4480560"/>
              <a:gd name="connsiteY1" fmla="*/ 0 h 2513993"/>
              <a:gd name="connsiteX2" fmla="*/ 4468994 w 4480560"/>
              <a:gd name="connsiteY2" fmla="*/ 44657 h 2513993"/>
              <a:gd name="connsiteX3" fmla="*/ 4480560 w 4480560"/>
              <a:gd name="connsiteY3" fmla="*/ 273713 h 2513993"/>
              <a:gd name="connsiteX4" fmla="*/ 2240280 w 4480560"/>
              <a:gd name="connsiteY4" fmla="*/ 2513993 h 2513993"/>
              <a:gd name="connsiteX5" fmla="*/ 0 w 4480560"/>
              <a:gd name="connsiteY5" fmla="*/ 273713 h 2513993"/>
              <a:gd name="connsiteX6" fmla="*/ 11567 w 4480560"/>
              <a:gd name="connsiteY6" fmla="*/ 44657 h 2513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0560" h="2513993">
                <a:moveTo>
                  <a:pt x="18382" y="0"/>
                </a:moveTo>
                <a:lnTo>
                  <a:pt x="4462178" y="0"/>
                </a:lnTo>
                <a:lnTo>
                  <a:pt x="4468994" y="44657"/>
                </a:lnTo>
                <a:cubicBezTo>
                  <a:pt x="4476642" y="119969"/>
                  <a:pt x="4480560" y="196384"/>
                  <a:pt x="4480560" y="273713"/>
                </a:cubicBezTo>
                <a:cubicBezTo>
                  <a:pt x="4480560" y="1510985"/>
                  <a:pt x="3477552" y="2513993"/>
                  <a:pt x="2240280" y="2513993"/>
                </a:cubicBezTo>
                <a:cubicBezTo>
                  <a:pt x="1003008" y="2513993"/>
                  <a:pt x="0" y="1510985"/>
                  <a:pt x="0" y="273713"/>
                </a:cubicBezTo>
                <a:cubicBezTo>
                  <a:pt x="0" y="196384"/>
                  <a:pt x="3918" y="119969"/>
                  <a:pt x="11567" y="4465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 descr="A picture containing clothing&#10;&#10;Description automatically generated">
            <a:extLst>
              <a:ext uri="{FF2B5EF4-FFF2-40B4-BE49-F238E27FC236}">
                <a16:creationId xmlns:a16="http://schemas.microsoft.com/office/drawing/2014/main" id="{57738560-5368-4052-8589-53DF9CE895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579" r="-4" b="21825"/>
          <a:stretch/>
        </p:blipFill>
        <p:spPr>
          <a:xfrm>
            <a:off x="5398355" y="1"/>
            <a:ext cx="4151376" cy="2349401"/>
          </a:xfrm>
          <a:custGeom>
            <a:avLst/>
            <a:gdLst/>
            <a:ahLst/>
            <a:cxnLst/>
            <a:rect l="l" t="t" r="r" b="b"/>
            <a:pathLst>
              <a:path w="4151376" h="2349401">
                <a:moveTo>
                  <a:pt x="20101" y="0"/>
                </a:moveTo>
                <a:lnTo>
                  <a:pt x="4131276" y="0"/>
                </a:lnTo>
                <a:lnTo>
                  <a:pt x="4140659" y="61486"/>
                </a:lnTo>
                <a:cubicBezTo>
                  <a:pt x="4147746" y="131265"/>
                  <a:pt x="4151376" y="202065"/>
                  <a:pt x="4151376" y="273713"/>
                </a:cubicBezTo>
                <a:cubicBezTo>
                  <a:pt x="4151376" y="1420084"/>
                  <a:pt x="3222059" y="2349401"/>
                  <a:pt x="2075688" y="2349401"/>
                </a:cubicBezTo>
                <a:cubicBezTo>
                  <a:pt x="929317" y="2349401"/>
                  <a:pt x="0" y="1420084"/>
                  <a:pt x="0" y="273713"/>
                </a:cubicBezTo>
                <a:cubicBezTo>
                  <a:pt x="0" y="202065"/>
                  <a:pt x="3630" y="131265"/>
                  <a:pt x="10717" y="61486"/>
                </a:cubicBezTo>
                <a:close/>
              </a:path>
            </a:pathLst>
          </a:cu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A2413E-4EEC-48E1-A69A-7961797239A7}"/>
              </a:ext>
            </a:extLst>
          </p:cNvPr>
          <p:cNvSpPr txBox="1"/>
          <p:nvPr/>
        </p:nvSpPr>
        <p:spPr>
          <a:xfrm>
            <a:off x="7786777" y="4983193"/>
            <a:ext cx="331829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u="sng" err="1">
                <a:latin typeface="Times New Roman"/>
                <a:cs typeface="Calibri"/>
              </a:rPr>
              <a:t>karna</a:t>
            </a:r>
            <a:endParaRPr lang="en-US" sz="6000" u="sng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6131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A picture containing outdoor, water, rock&#10;&#10;Description automatically generated">
            <a:extLst>
              <a:ext uri="{FF2B5EF4-FFF2-40B4-BE49-F238E27FC236}">
                <a16:creationId xmlns:a16="http://schemas.microsoft.com/office/drawing/2014/main" id="{9549138D-C97F-4175-B727-2F29B2FCA1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20216" r="1" b="1"/>
          <a:stretch/>
        </p:blipFill>
        <p:spPr>
          <a:xfrm>
            <a:off x="-170" y="10"/>
            <a:ext cx="8047751" cy="685799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4109" y="935722"/>
            <a:ext cx="4620584" cy="362221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Own </a:t>
            </a:r>
            <a:endParaRPr lang="en-US" sz="3600">
              <a:latin typeface="Times New Roman"/>
              <a:cs typeface="Times New Roman"/>
            </a:endParaRPr>
          </a:p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Mother </a:t>
            </a:r>
            <a:endParaRPr lang="en-US" sz="3600">
              <a:solidFill>
                <a:srgbClr val="000000"/>
              </a:solidFill>
              <a:latin typeface="Times New Roman"/>
              <a:cs typeface="Calibri"/>
            </a:endParaRPr>
          </a:p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Leaves </a:t>
            </a:r>
            <a:endParaRPr lang="en-US" sz="3600">
              <a:solidFill>
                <a:srgbClr val="000000"/>
              </a:solidFill>
              <a:latin typeface="Times New Roman"/>
              <a:cs typeface="Calibri"/>
            </a:endParaRPr>
          </a:p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In </a:t>
            </a:r>
            <a:endParaRPr lang="en-US" sz="3600">
              <a:solidFill>
                <a:srgbClr val="000000"/>
              </a:solidFill>
              <a:latin typeface="Times New Roman"/>
              <a:cs typeface="Calibri"/>
            </a:endParaRPr>
          </a:p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A</a:t>
            </a:r>
            <a:endParaRPr lang="en-US" sz="3600">
              <a:solidFill>
                <a:srgbClr val="000000"/>
              </a:solidFill>
              <a:latin typeface="Times New Roman"/>
              <a:cs typeface="Calibri"/>
            </a:endParaRPr>
          </a:p>
          <a:p>
            <a:pPr algn="l"/>
            <a:r>
              <a:rPr lang="en-US" sz="3600">
                <a:solidFill>
                  <a:srgbClr val="FFFFFF"/>
                </a:solidFill>
                <a:latin typeface="Times New Roman"/>
                <a:cs typeface="Calibri"/>
              </a:rPr>
              <a:t>River</a:t>
            </a:r>
            <a:endParaRPr lang="en-US" sz="3600">
              <a:latin typeface="Times New Roman"/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665FA5F-B018-4B6D-A79F-1E12996840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38" r="20663" b="-1"/>
          <a:stretch/>
        </p:blipFill>
        <p:spPr>
          <a:xfrm>
            <a:off x="6297883" y="-2458"/>
            <a:ext cx="5890899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2089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water, outdoor, beach, nature&#10;&#10;Description automatically generated">
            <a:extLst>
              <a:ext uri="{FF2B5EF4-FFF2-40B4-BE49-F238E27FC236}">
                <a16:creationId xmlns:a16="http://schemas.microsoft.com/office/drawing/2014/main" id="{79655E00-E05B-4C9E-8135-CC3CFB95E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21" b="-1"/>
          <a:stretch/>
        </p:blipFill>
        <p:spPr>
          <a:xfrm>
            <a:off x="-3047" y="-28744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>
                <a:cs typeface="Calibri"/>
              </a:rPr>
              <a:t>When </a:t>
            </a:r>
            <a:r>
              <a:rPr lang="en-US" sz="4000" b="1" err="1">
                <a:cs typeface="Calibri"/>
              </a:rPr>
              <a:t>karna</a:t>
            </a:r>
            <a:r>
              <a:rPr lang="en-US" sz="4000" b="1">
                <a:cs typeface="Calibri"/>
              </a:rPr>
              <a:t> in problems, He is watching from the sky.</a:t>
            </a:r>
          </a:p>
          <a:p>
            <a:r>
              <a:rPr lang="en-US" sz="4000" b="1">
                <a:cs typeface="Calibri"/>
              </a:rPr>
              <a:t>He didn't try to help to his 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7ED34-D99A-4186-9FD6-5DA369EECE90}"/>
              </a:ext>
            </a:extLst>
          </p:cNvPr>
          <p:cNvSpPr txBox="1"/>
          <p:nvPr/>
        </p:nvSpPr>
        <p:spPr>
          <a:xfrm>
            <a:off x="684363" y="94890"/>
            <a:ext cx="344769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Times New Roman"/>
                <a:cs typeface="Calibri"/>
              </a:rPr>
              <a:t>* God Suryadeva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outdoor, tree, grass, person&#10;&#10;Description automatically generated">
            <a:extLst>
              <a:ext uri="{FF2B5EF4-FFF2-40B4-BE49-F238E27FC236}">
                <a16:creationId xmlns:a16="http://schemas.microsoft.com/office/drawing/2014/main" id="{540B87ED-301E-4017-A325-59B857B783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900"/>
          <a:stretch/>
        </p:blipFill>
        <p:spPr>
          <a:xfrm>
            <a:off x="3652884" y="10"/>
            <a:ext cx="853911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-703562"/>
            <a:ext cx="3994606" cy="5087567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latin typeface="Times New Roman"/>
                <a:cs typeface="Calibri Light"/>
              </a:rPr>
              <a:t>Lord </a:t>
            </a:r>
            <a:r>
              <a:rPr lang="en-US" sz="4800" err="1">
                <a:latin typeface="Times New Roman"/>
                <a:cs typeface="Calibri Light"/>
              </a:rPr>
              <a:t>Parushurama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Gave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A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Curse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814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5" descr="A picture containing doll&#10;&#10;Description automatically generated">
            <a:extLst>
              <a:ext uri="{FF2B5EF4-FFF2-40B4-BE49-F238E27FC236}">
                <a16:creationId xmlns:a16="http://schemas.microsoft.com/office/drawing/2014/main" id="{D215DC10-3FE5-463D-96E8-F78C3664A2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59" b="8944"/>
          <a:stretch/>
        </p:blipFill>
        <p:spPr>
          <a:xfrm>
            <a:off x="4267201" y="10"/>
            <a:ext cx="7924800" cy="338327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08B31C4-72BC-486F-9966-22013495A8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20398"/>
          <a:stretch/>
        </p:blipFill>
        <p:spPr>
          <a:xfrm>
            <a:off x="5642953" y="3431588"/>
            <a:ext cx="6549418" cy="3426412"/>
          </a:xfrm>
          <a:prstGeom prst="rect">
            <a:avLst/>
          </a:prstGeom>
        </p:spPr>
      </p:pic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448" y="1346369"/>
            <a:ext cx="5459562" cy="54415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>
                <a:latin typeface="Times New Roman"/>
                <a:cs typeface="Calibri"/>
              </a:rPr>
              <a:t>He</a:t>
            </a:r>
          </a:p>
          <a:p>
            <a:pPr algn="l"/>
            <a:r>
              <a:rPr lang="en-US" sz="3600">
                <a:latin typeface="Times New Roman"/>
                <a:cs typeface="Calibri"/>
              </a:rPr>
              <a:t>Is </a:t>
            </a:r>
          </a:p>
          <a:p>
            <a:pPr algn="l"/>
            <a:r>
              <a:rPr lang="en-US" sz="3600">
                <a:latin typeface="Times New Roman"/>
                <a:cs typeface="Calibri"/>
              </a:rPr>
              <a:t>Popularly</a:t>
            </a:r>
          </a:p>
          <a:p>
            <a:pPr algn="l"/>
            <a:r>
              <a:rPr lang="en-US" sz="3600">
                <a:latin typeface="Times New Roman"/>
                <a:cs typeface="Calibri"/>
              </a:rPr>
              <a:t>Known</a:t>
            </a:r>
          </a:p>
          <a:p>
            <a:pPr algn="l"/>
            <a:r>
              <a:rPr lang="en-US" sz="3600">
                <a:latin typeface="Times New Roman"/>
                <a:cs typeface="Calibri"/>
              </a:rPr>
              <a:t>As</a:t>
            </a:r>
          </a:p>
          <a:p>
            <a:pPr algn="l"/>
            <a:r>
              <a:rPr lang="en-US" sz="3600">
                <a:latin typeface="Times New Roman"/>
                <a:cs typeface="Calibri"/>
              </a:rPr>
              <a:t>Dhana Veera Sura Karna</a:t>
            </a:r>
          </a:p>
        </p:txBody>
      </p:sp>
    </p:spTree>
    <p:extLst>
      <p:ext uri="{BB962C8B-B14F-4D97-AF65-F5344CB8AC3E}">
        <p14:creationId xmlns:p14="http://schemas.microsoft.com/office/powerpoint/2010/main" val="415855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DB7ADBC-26DA-450D-A8BF-E1ACCB466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234" y="0"/>
            <a:ext cx="6488456" cy="3036711"/>
          </a:xfrm>
          <a:custGeom>
            <a:avLst/>
            <a:gdLst>
              <a:gd name="connsiteX0" fmla="*/ 0 w 6488456"/>
              <a:gd name="connsiteY0" fmla="*/ 0 h 3036711"/>
              <a:gd name="connsiteX1" fmla="*/ 6488456 w 6488456"/>
              <a:gd name="connsiteY1" fmla="*/ 0 h 3036711"/>
              <a:gd name="connsiteX2" fmla="*/ 6482686 w 6488456"/>
              <a:gd name="connsiteY2" fmla="*/ 114279 h 3036711"/>
              <a:gd name="connsiteX3" fmla="*/ 3244228 w 6488456"/>
              <a:gd name="connsiteY3" fmla="*/ 3036711 h 3036711"/>
              <a:gd name="connsiteX4" fmla="*/ 5771 w 6488456"/>
              <a:gd name="connsiteY4" fmla="*/ 114279 h 303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8456" h="3036711">
                <a:moveTo>
                  <a:pt x="0" y="0"/>
                </a:moveTo>
                <a:lnTo>
                  <a:pt x="6488456" y="0"/>
                </a:lnTo>
                <a:lnTo>
                  <a:pt x="6482686" y="114279"/>
                </a:lnTo>
                <a:cubicBezTo>
                  <a:pt x="6315984" y="1755766"/>
                  <a:pt x="4929697" y="3036711"/>
                  <a:pt x="3244228" y="3036711"/>
                </a:cubicBezTo>
                <a:cubicBezTo>
                  <a:pt x="1558760" y="3036711"/>
                  <a:pt x="172473" y="1755766"/>
                  <a:pt x="5771" y="1142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E3C0EDB-60D3-4CEF-8B80-C6D01E08D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00758"/>
            <a:ext cx="5198011" cy="3957242"/>
          </a:xfrm>
          <a:custGeom>
            <a:avLst/>
            <a:gdLst>
              <a:gd name="connsiteX0" fmla="*/ 1942747 w 5198011"/>
              <a:gd name="connsiteY0" fmla="*/ 0 h 3957242"/>
              <a:gd name="connsiteX1" fmla="*/ 5198011 w 5198011"/>
              <a:gd name="connsiteY1" fmla="*/ 3255264 h 3957242"/>
              <a:gd name="connsiteX2" fmla="*/ 5131876 w 5198011"/>
              <a:gd name="connsiteY2" fmla="*/ 3911314 h 3957242"/>
              <a:gd name="connsiteX3" fmla="*/ 5120066 w 5198011"/>
              <a:gd name="connsiteY3" fmla="*/ 3957242 h 3957242"/>
              <a:gd name="connsiteX4" fmla="*/ 0 w 5198011"/>
              <a:gd name="connsiteY4" fmla="*/ 3957242 h 3957242"/>
              <a:gd name="connsiteX5" fmla="*/ 0 w 5198011"/>
              <a:gd name="connsiteY5" fmla="*/ 647700 h 3957242"/>
              <a:gd name="connsiteX6" fmla="*/ 122698 w 5198011"/>
              <a:gd name="connsiteY6" fmla="*/ 555948 h 3957242"/>
              <a:gd name="connsiteX7" fmla="*/ 1942747 w 5198011"/>
              <a:gd name="connsiteY7" fmla="*/ 0 h 39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8011" h="3957242">
                <a:moveTo>
                  <a:pt x="1942747" y="0"/>
                </a:moveTo>
                <a:cubicBezTo>
                  <a:pt x="3740580" y="0"/>
                  <a:pt x="5198011" y="1457431"/>
                  <a:pt x="5198011" y="3255264"/>
                </a:cubicBezTo>
                <a:cubicBezTo>
                  <a:pt x="5198011" y="3479993"/>
                  <a:pt x="5175239" y="3699404"/>
                  <a:pt x="5131876" y="3911314"/>
                </a:cubicBezTo>
                <a:lnTo>
                  <a:pt x="5120066" y="3957242"/>
                </a:lnTo>
                <a:lnTo>
                  <a:pt x="0" y="3957242"/>
                </a:lnTo>
                <a:lnTo>
                  <a:pt x="0" y="647700"/>
                </a:lnTo>
                <a:lnTo>
                  <a:pt x="122698" y="555948"/>
                </a:lnTo>
                <a:cubicBezTo>
                  <a:pt x="642241" y="204951"/>
                  <a:pt x="1268560" y="0"/>
                  <a:pt x="1942747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0C269CE-FB56-4D68-8CFB-1CFD5F350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3375" y="500244"/>
            <a:ext cx="6428625" cy="6357756"/>
          </a:xfrm>
          <a:custGeom>
            <a:avLst/>
            <a:gdLst>
              <a:gd name="connsiteX0" fmla="*/ 4279392 w 6428625"/>
              <a:gd name="connsiteY0" fmla="*/ 0 h 6357756"/>
              <a:gd name="connsiteX1" fmla="*/ 6319204 w 6428625"/>
              <a:gd name="connsiteY1" fmla="*/ 516500 h 6357756"/>
              <a:gd name="connsiteX2" fmla="*/ 6428625 w 6428625"/>
              <a:gd name="connsiteY2" fmla="*/ 579415 h 6357756"/>
              <a:gd name="connsiteX3" fmla="*/ 6428625 w 6428625"/>
              <a:gd name="connsiteY3" fmla="*/ 6357756 h 6357756"/>
              <a:gd name="connsiteX4" fmla="*/ 539921 w 6428625"/>
              <a:gd name="connsiteY4" fmla="*/ 6357756 h 6357756"/>
              <a:gd name="connsiteX5" fmla="*/ 516500 w 6428625"/>
              <a:gd name="connsiteY5" fmla="*/ 6319205 h 6357756"/>
              <a:gd name="connsiteX6" fmla="*/ 0 w 6428625"/>
              <a:gd name="connsiteY6" fmla="*/ 4279392 h 6357756"/>
              <a:gd name="connsiteX7" fmla="*/ 4279392 w 6428625"/>
              <a:gd name="connsiteY7" fmla="*/ 0 h 635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8625" h="6357756">
                <a:moveTo>
                  <a:pt x="4279392" y="0"/>
                </a:moveTo>
                <a:cubicBezTo>
                  <a:pt x="5017968" y="0"/>
                  <a:pt x="5712843" y="187105"/>
                  <a:pt x="6319204" y="516500"/>
                </a:cubicBezTo>
                <a:lnTo>
                  <a:pt x="6428625" y="579415"/>
                </a:lnTo>
                <a:lnTo>
                  <a:pt x="6428625" y="6357756"/>
                </a:lnTo>
                <a:lnTo>
                  <a:pt x="539921" y="6357756"/>
                </a:lnTo>
                <a:lnTo>
                  <a:pt x="516500" y="6319205"/>
                </a:lnTo>
                <a:cubicBezTo>
                  <a:pt x="187105" y="5712844"/>
                  <a:pt x="0" y="5017968"/>
                  <a:pt x="0" y="4279392"/>
                </a:cubicBezTo>
                <a:cubicBezTo>
                  <a:pt x="0" y="1915949"/>
                  <a:pt x="1915949" y="0"/>
                  <a:pt x="4279392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6ED7E7F-75F7-4581-A930-C4DEBC2A8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27967" y="664836"/>
            <a:ext cx="6264033" cy="6193164"/>
          </a:xfrm>
          <a:custGeom>
            <a:avLst/>
            <a:gdLst>
              <a:gd name="connsiteX0" fmla="*/ 4114800 w 6264033"/>
              <a:gd name="connsiteY0" fmla="*/ 0 h 6193164"/>
              <a:gd name="connsiteX1" fmla="*/ 6248473 w 6264033"/>
              <a:gd name="connsiteY1" fmla="*/ 595714 h 6193164"/>
              <a:gd name="connsiteX2" fmla="*/ 6264033 w 6264033"/>
              <a:gd name="connsiteY2" fmla="*/ 605689 h 6193164"/>
              <a:gd name="connsiteX3" fmla="*/ 6264033 w 6264033"/>
              <a:gd name="connsiteY3" fmla="*/ 6193164 h 6193164"/>
              <a:gd name="connsiteX4" fmla="*/ 567718 w 6264033"/>
              <a:gd name="connsiteY4" fmla="*/ 6193164 h 6193164"/>
              <a:gd name="connsiteX5" fmla="*/ 496635 w 6264033"/>
              <a:gd name="connsiteY5" fmla="*/ 6076158 h 6193164"/>
              <a:gd name="connsiteX6" fmla="*/ 0 w 6264033"/>
              <a:gd name="connsiteY6" fmla="*/ 4114800 h 6193164"/>
              <a:gd name="connsiteX7" fmla="*/ 4114800 w 6264033"/>
              <a:gd name="connsiteY7" fmla="*/ 0 h 619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4033" h="6193164">
                <a:moveTo>
                  <a:pt x="4114800" y="0"/>
                </a:moveTo>
                <a:cubicBezTo>
                  <a:pt x="4895986" y="0"/>
                  <a:pt x="5626328" y="217689"/>
                  <a:pt x="6248473" y="595714"/>
                </a:cubicBezTo>
                <a:lnTo>
                  <a:pt x="6264033" y="605689"/>
                </a:lnTo>
                <a:lnTo>
                  <a:pt x="6264033" y="6193164"/>
                </a:lnTo>
                <a:lnTo>
                  <a:pt x="567718" y="6193164"/>
                </a:lnTo>
                <a:lnTo>
                  <a:pt x="496635" y="6076158"/>
                </a:lnTo>
                <a:cubicBezTo>
                  <a:pt x="179909" y="5493119"/>
                  <a:pt x="0" y="4824969"/>
                  <a:pt x="0" y="4114800"/>
                </a:cubicBezTo>
                <a:cubicBezTo>
                  <a:pt x="0" y="1842259"/>
                  <a:pt x="1842259" y="0"/>
                  <a:pt x="4114800" y="0"/>
                </a:cubicBezTo>
                <a:close/>
              </a:path>
            </a:pathLst>
          </a:custGeom>
          <a:solidFill>
            <a:srgbClr val="406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9743" y="4632160"/>
            <a:ext cx="4996328" cy="106829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F6DE1EF-479F-4EB3-98BB-8E42EC20FF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6"/>
          <a:stretch/>
        </p:blipFill>
        <p:spPr>
          <a:xfrm>
            <a:off x="979868" y="10"/>
            <a:ext cx="6069184" cy="2839773"/>
          </a:xfrm>
          <a:custGeom>
            <a:avLst/>
            <a:gdLst/>
            <a:ahLst/>
            <a:cxnLst/>
            <a:rect l="l" t="t" r="r" b="b"/>
            <a:pathLst>
              <a:path w="6069184" h="2839783">
                <a:moveTo>
                  <a:pt x="0" y="0"/>
                </a:moveTo>
                <a:lnTo>
                  <a:pt x="6069184" y="0"/>
                </a:lnTo>
                <a:lnTo>
                  <a:pt x="6063824" y="106160"/>
                </a:lnTo>
                <a:cubicBezTo>
                  <a:pt x="5907892" y="1641596"/>
                  <a:pt x="4611168" y="2839783"/>
                  <a:pt x="3034592" y="2839783"/>
                </a:cubicBezTo>
                <a:cubicBezTo>
                  <a:pt x="1458016" y="2839783"/>
                  <a:pt x="161293" y="1641596"/>
                  <a:pt x="5361" y="106160"/>
                </a:cubicBezTo>
                <a:close/>
              </a:path>
            </a:pathLst>
          </a:cu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982108F3-BEE2-4FF3-8E6D-D8B80796BE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" b="27785"/>
          <a:stretch/>
        </p:blipFill>
        <p:spPr>
          <a:xfrm>
            <a:off x="3" y="3124786"/>
            <a:ext cx="5001415" cy="3733214"/>
          </a:xfrm>
          <a:custGeom>
            <a:avLst/>
            <a:gdLst/>
            <a:ahLst/>
            <a:cxnLst/>
            <a:rect l="l" t="t" r="r" b="b"/>
            <a:pathLst>
              <a:path w="5001415" h="3733214">
                <a:moveTo>
                  <a:pt x="1956463" y="0"/>
                </a:moveTo>
                <a:cubicBezTo>
                  <a:pt x="3638144" y="0"/>
                  <a:pt x="5001415" y="1363271"/>
                  <a:pt x="5001415" y="3044952"/>
                </a:cubicBezTo>
                <a:cubicBezTo>
                  <a:pt x="5001415" y="3255162"/>
                  <a:pt x="4980114" y="3460397"/>
                  <a:pt x="4939553" y="3658617"/>
                </a:cubicBezTo>
                <a:lnTo>
                  <a:pt x="4920372" y="3733214"/>
                </a:lnTo>
                <a:lnTo>
                  <a:pt x="0" y="3733214"/>
                </a:lnTo>
                <a:lnTo>
                  <a:pt x="0" y="713124"/>
                </a:lnTo>
                <a:lnTo>
                  <a:pt x="19591" y="695319"/>
                </a:lnTo>
                <a:cubicBezTo>
                  <a:pt x="545938" y="260939"/>
                  <a:pt x="1220728" y="0"/>
                  <a:pt x="1956463" y="0"/>
                </a:cubicBezTo>
                <a:close/>
              </a:path>
            </a:pathLst>
          </a:custGeom>
        </p:spPr>
      </p:pic>
      <p:pic>
        <p:nvPicPr>
          <p:cNvPr id="2" name="Picture 4" descr="A picture containing sky, outdoor, gear&#10;&#10;Description automatically generated">
            <a:extLst>
              <a:ext uri="{FF2B5EF4-FFF2-40B4-BE49-F238E27FC236}">
                <a16:creationId xmlns:a16="http://schemas.microsoft.com/office/drawing/2014/main" id="{1AF9EEBC-47E5-437D-8C84-92FE7E39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83" y="1047027"/>
            <a:ext cx="5690558" cy="57559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4424A0-D4D4-4F24-A412-D0C3DA1F2971}"/>
              </a:ext>
            </a:extLst>
          </p:cNvPr>
          <p:cNvSpPr txBox="1"/>
          <p:nvPr/>
        </p:nvSpPr>
        <p:spPr>
          <a:xfrm>
            <a:off x="3329796" y="3027872"/>
            <a:ext cx="44397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cs typeface="Calibri"/>
              </a:rPr>
              <a:t>God planned to kill</a:t>
            </a:r>
          </a:p>
        </p:txBody>
      </p:sp>
    </p:spTree>
    <p:extLst>
      <p:ext uri="{BB962C8B-B14F-4D97-AF65-F5344CB8AC3E}">
        <p14:creationId xmlns:p14="http://schemas.microsoft.com/office/powerpoint/2010/main" val="146568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C3A44BB-E01C-4AA8-B2C8-32FC346D2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64FA6-CD22-4D8A-B1BE-7CEDFCE8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997" y="4544532"/>
            <a:ext cx="7657376" cy="1454959"/>
          </a:xfrm>
        </p:spPr>
        <p:txBody>
          <a:bodyPr anchor="b">
            <a:normAutofit fontScale="90000"/>
          </a:bodyPr>
          <a:lstStyle/>
          <a:p>
            <a:r>
              <a:rPr lang="en-US">
                <a:latin typeface="Times New Roman"/>
                <a:cs typeface="Calibri Light"/>
              </a:rPr>
              <a:t>A Good Friendship</a:t>
            </a:r>
            <a:br>
              <a:rPr lang="en-US">
                <a:latin typeface="Times New Roman"/>
                <a:cs typeface="Calibri Light"/>
              </a:rPr>
            </a:br>
            <a:br>
              <a:rPr lang="en-US">
                <a:latin typeface="Times New Roman"/>
                <a:cs typeface="Calibri Light"/>
              </a:rPr>
            </a:br>
            <a:r>
              <a:rPr lang="en-US">
                <a:latin typeface="Times New Roman"/>
                <a:cs typeface="Calibri Light"/>
              </a:rPr>
              <a:t>    In between Karna &amp; Duryodhan</a:t>
            </a:r>
            <a:endParaRPr lang="en-US">
              <a:latin typeface="Times New Roman"/>
            </a:endParaRPr>
          </a:p>
        </p:txBody>
      </p:sp>
      <p:pic>
        <p:nvPicPr>
          <p:cNvPr id="5" name="Picture 5" descr="A picture containing person, dancer, sport, posing&#10;&#10;Description automatically generated">
            <a:extLst>
              <a:ext uri="{FF2B5EF4-FFF2-40B4-BE49-F238E27FC236}">
                <a16:creationId xmlns:a16="http://schemas.microsoft.com/office/drawing/2014/main" id="{4CBADDA4-1C25-4177-925E-4FD89DEFE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95" r="10322"/>
          <a:stretch/>
        </p:blipFill>
        <p:spPr>
          <a:xfrm>
            <a:off x="4406845" y="3"/>
            <a:ext cx="4101288" cy="3418797"/>
          </a:xfrm>
          <a:custGeom>
            <a:avLst/>
            <a:gdLst/>
            <a:ahLst/>
            <a:cxnLst/>
            <a:rect l="l" t="t" r="r" b="b"/>
            <a:pathLst>
              <a:path w="4101288" h="3418797">
                <a:moveTo>
                  <a:pt x="989912" y="0"/>
                </a:moveTo>
                <a:lnTo>
                  <a:pt x="3844502" y="0"/>
                </a:lnTo>
                <a:lnTo>
                  <a:pt x="3760850" y="25406"/>
                </a:lnTo>
                <a:cubicBezTo>
                  <a:pt x="3711615" y="43967"/>
                  <a:pt x="3663870" y="67007"/>
                  <a:pt x="3618425" y="98254"/>
                </a:cubicBezTo>
                <a:cubicBezTo>
                  <a:pt x="3626136" y="110145"/>
                  <a:pt x="3665355" y="144049"/>
                  <a:pt x="3649272" y="146579"/>
                </a:cubicBezTo>
                <a:cubicBezTo>
                  <a:pt x="3604102" y="153917"/>
                  <a:pt x="3564000" y="178711"/>
                  <a:pt x="3522797" y="199205"/>
                </a:cubicBezTo>
                <a:cubicBezTo>
                  <a:pt x="3504948" y="208060"/>
                  <a:pt x="3483356" y="219700"/>
                  <a:pt x="3491728" y="251325"/>
                </a:cubicBezTo>
                <a:cubicBezTo>
                  <a:pt x="3506932" y="260181"/>
                  <a:pt x="3518169" y="247783"/>
                  <a:pt x="3530727" y="246772"/>
                </a:cubicBezTo>
                <a:cubicBezTo>
                  <a:pt x="3543507" y="245761"/>
                  <a:pt x="3572153" y="252336"/>
                  <a:pt x="3564219" y="256638"/>
                </a:cubicBezTo>
                <a:cubicBezTo>
                  <a:pt x="3528083" y="276121"/>
                  <a:pt x="3593085" y="322928"/>
                  <a:pt x="3550339" y="322928"/>
                </a:cubicBezTo>
                <a:cubicBezTo>
                  <a:pt x="3478728" y="323181"/>
                  <a:pt x="3440609" y="406169"/>
                  <a:pt x="3371643" y="408447"/>
                </a:cubicBezTo>
                <a:cubicBezTo>
                  <a:pt x="3360627" y="408698"/>
                  <a:pt x="3355338" y="423373"/>
                  <a:pt x="3355558" y="436278"/>
                </a:cubicBezTo>
                <a:cubicBezTo>
                  <a:pt x="3355558" y="451712"/>
                  <a:pt x="3365694" y="454494"/>
                  <a:pt x="3376931" y="456013"/>
                </a:cubicBezTo>
                <a:cubicBezTo>
                  <a:pt x="3394118" y="458289"/>
                  <a:pt x="3411965" y="436278"/>
                  <a:pt x="3434660" y="466133"/>
                </a:cubicBezTo>
                <a:cubicBezTo>
                  <a:pt x="3393898" y="483590"/>
                  <a:pt x="3353135" y="501049"/>
                  <a:pt x="3353797" y="561013"/>
                </a:cubicBezTo>
                <a:cubicBezTo>
                  <a:pt x="3354015" y="577205"/>
                  <a:pt x="3337050" y="583277"/>
                  <a:pt x="3324270" y="587325"/>
                </a:cubicBezTo>
                <a:cubicBezTo>
                  <a:pt x="3303117" y="593904"/>
                  <a:pt x="3285272" y="605543"/>
                  <a:pt x="3273812" y="628061"/>
                </a:cubicBezTo>
                <a:cubicBezTo>
                  <a:pt x="3274033" y="632362"/>
                  <a:pt x="3274254" y="636917"/>
                  <a:pt x="3272930" y="640459"/>
                </a:cubicBezTo>
                <a:cubicBezTo>
                  <a:pt x="3276676" y="694855"/>
                  <a:pt x="3307523" y="693336"/>
                  <a:pt x="3341676" y="684230"/>
                </a:cubicBezTo>
                <a:cubicBezTo>
                  <a:pt x="3382439" y="673096"/>
                  <a:pt x="3422762" y="652855"/>
                  <a:pt x="3465728" y="672338"/>
                </a:cubicBezTo>
                <a:cubicBezTo>
                  <a:pt x="3405133" y="698397"/>
                  <a:pt x="3339253" y="700422"/>
                  <a:pt x="3282405" y="737615"/>
                </a:cubicBezTo>
                <a:cubicBezTo>
                  <a:pt x="3490406" y="744447"/>
                  <a:pt x="3674169" y="627048"/>
                  <a:pt x="3875781" y="582013"/>
                </a:cubicBezTo>
                <a:cubicBezTo>
                  <a:pt x="3868951" y="612120"/>
                  <a:pt x="3852646" y="618193"/>
                  <a:pt x="3837883" y="622747"/>
                </a:cubicBezTo>
                <a:cubicBezTo>
                  <a:pt x="3763408" y="645519"/>
                  <a:pt x="3698188" y="690809"/>
                  <a:pt x="3630322" y="730023"/>
                </a:cubicBezTo>
                <a:cubicBezTo>
                  <a:pt x="3602340" y="746216"/>
                  <a:pt x="3582066" y="762411"/>
                  <a:pt x="3571492" y="797327"/>
                </a:cubicBezTo>
                <a:cubicBezTo>
                  <a:pt x="3562015" y="828953"/>
                  <a:pt x="3543728" y="843628"/>
                  <a:pt x="3509797" y="834518"/>
                </a:cubicBezTo>
                <a:cubicBezTo>
                  <a:pt x="3482254" y="826927"/>
                  <a:pt x="3452068" y="830975"/>
                  <a:pt x="3423203" y="833760"/>
                </a:cubicBezTo>
                <a:cubicBezTo>
                  <a:pt x="3389931" y="836796"/>
                  <a:pt x="3352693" y="872470"/>
                  <a:pt x="3361728" y="890941"/>
                </a:cubicBezTo>
                <a:cubicBezTo>
                  <a:pt x="3377151" y="922314"/>
                  <a:pt x="3402931" y="906627"/>
                  <a:pt x="3425847" y="903084"/>
                </a:cubicBezTo>
                <a:cubicBezTo>
                  <a:pt x="3451848" y="898784"/>
                  <a:pt x="3500100" y="889927"/>
                  <a:pt x="3500982" y="893723"/>
                </a:cubicBezTo>
                <a:cubicBezTo>
                  <a:pt x="3517950" y="972410"/>
                  <a:pt x="3637374" y="903845"/>
                  <a:pt x="3663154" y="896758"/>
                </a:cubicBezTo>
                <a:cubicBezTo>
                  <a:pt x="3695322" y="887904"/>
                  <a:pt x="3725509" y="904097"/>
                  <a:pt x="3756136" y="907891"/>
                </a:cubicBezTo>
                <a:cubicBezTo>
                  <a:pt x="3783459" y="911433"/>
                  <a:pt x="3937918" y="922314"/>
                  <a:pt x="3969866" y="888915"/>
                </a:cubicBezTo>
                <a:cubicBezTo>
                  <a:pt x="3974273" y="914976"/>
                  <a:pt x="3965020" y="925602"/>
                  <a:pt x="3957306" y="937494"/>
                </a:cubicBezTo>
                <a:cubicBezTo>
                  <a:pt x="3946511" y="954445"/>
                  <a:pt x="3944747" y="966337"/>
                  <a:pt x="3965239" y="979747"/>
                </a:cubicBezTo>
                <a:cubicBezTo>
                  <a:pt x="4023630" y="1018206"/>
                  <a:pt x="4022747" y="1019470"/>
                  <a:pt x="3968324" y="1071591"/>
                </a:cubicBezTo>
                <a:cubicBezTo>
                  <a:pt x="3965678" y="1073867"/>
                  <a:pt x="3966782" y="1081459"/>
                  <a:pt x="3966341" y="1086519"/>
                </a:cubicBezTo>
                <a:cubicBezTo>
                  <a:pt x="3980663" y="1094615"/>
                  <a:pt x="3997409" y="1074373"/>
                  <a:pt x="4014153" y="1096133"/>
                </a:cubicBezTo>
                <a:cubicBezTo>
                  <a:pt x="3941222" y="1191771"/>
                  <a:pt x="3829950" y="1215299"/>
                  <a:pt x="3729254" y="1287157"/>
                </a:cubicBezTo>
                <a:cubicBezTo>
                  <a:pt x="3810780" y="1310939"/>
                  <a:pt x="3859696" y="1227952"/>
                  <a:pt x="3919628" y="1238578"/>
                </a:cubicBezTo>
                <a:cubicBezTo>
                  <a:pt x="3949596" y="1264639"/>
                  <a:pt x="3860577" y="1306386"/>
                  <a:pt x="3945409" y="1318784"/>
                </a:cubicBezTo>
                <a:cubicBezTo>
                  <a:pt x="3908610" y="1341555"/>
                  <a:pt x="3881289" y="1363817"/>
                  <a:pt x="3855951" y="1390133"/>
                </a:cubicBezTo>
                <a:cubicBezTo>
                  <a:pt x="3810780" y="1437192"/>
                  <a:pt x="3801967" y="1468060"/>
                  <a:pt x="3822900" y="1531314"/>
                </a:cubicBezTo>
                <a:cubicBezTo>
                  <a:pt x="3836562" y="1572808"/>
                  <a:pt x="3856611" y="1611013"/>
                  <a:pt x="3838986" y="1660349"/>
                </a:cubicBezTo>
                <a:cubicBezTo>
                  <a:pt x="3826646" y="1694254"/>
                  <a:pt x="3831494" y="1716517"/>
                  <a:pt x="3877323" y="1701337"/>
                </a:cubicBezTo>
                <a:cubicBezTo>
                  <a:pt x="3926679" y="1685144"/>
                  <a:pt x="3945187" y="1715505"/>
                  <a:pt x="3932849" y="1774963"/>
                </a:cubicBezTo>
                <a:cubicBezTo>
                  <a:pt x="3924917" y="1813169"/>
                  <a:pt x="3933291" y="1824806"/>
                  <a:pt x="3967221" y="1820505"/>
                </a:cubicBezTo>
                <a:cubicBezTo>
                  <a:pt x="4004680" y="1815698"/>
                  <a:pt x="4040375" y="1790649"/>
                  <a:pt x="4086646" y="1802795"/>
                </a:cubicBezTo>
                <a:cubicBezTo>
                  <a:pt x="4049631" y="1872120"/>
                  <a:pt x="3970527" y="1852385"/>
                  <a:pt x="3927340" y="1918423"/>
                </a:cubicBezTo>
                <a:cubicBezTo>
                  <a:pt x="3978900" y="1918674"/>
                  <a:pt x="4018341" y="1918423"/>
                  <a:pt x="4056460" y="1903999"/>
                </a:cubicBezTo>
                <a:cubicBezTo>
                  <a:pt x="4072325" y="1898179"/>
                  <a:pt x="4089732" y="1892109"/>
                  <a:pt x="4098545" y="1912096"/>
                </a:cubicBezTo>
                <a:cubicBezTo>
                  <a:pt x="4108901" y="1936132"/>
                  <a:pt x="4087529" y="1945241"/>
                  <a:pt x="4074527" y="1949542"/>
                </a:cubicBezTo>
                <a:cubicBezTo>
                  <a:pt x="4037951" y="1961686"/>
                  <a:pt x="4009969" y="1990529"/>
                  <a:pt x="3979782" y="2013047"/>
                </a:cubicBezTo>
                <a:cubicBezTo>
                  <a:pt x="3913460" y="2062386"/>
                  <a:pt x="3840746" y="2103626"/>
                  <a:pt x="3784559" y="2185097"/>
                </a:cubicBezTo>
                <a:cubicBezTo>
                  <a:pt x="3855290" y="2164349"/>
                  <a:pt x="3907951" y="2116025"/>
                  <a:pt x="3973612" y="2106157"/>
                </a:cubicBezTo>
                <a:cubicBezTo>
                  <a:pt x="3916764" y="2180290"/>
                  <a:pt x="3843611" y="2229120"/>
                  <a:pt x="3774426" y="2283011"/>
                </a:cubicBezTo>
                <a:cubicBezTo>
                  <a:pt x="3754594" y="2298192"/>
                  <a:pt x="3734543" y="2308566"/>
                  <a:pt x="3730136" y="2341710"/>
                </a:cubicBezTo>
                <a:cubicBezTo>
                  <a:pt x="3721542" y="2405976"/>
                  <a:pt x="3695763" y="2459107"/>
                  <a:pt x="3640678" y="2487444"/>
                </a:cubicBezTo>
                <a:cubicBezTo>
                  <a:pt x="3640238" y="2487699"/>
                  <a:pt x="3643322" y="2497314"/>
                  <a:pt x="3645085" y="2503890"/>
                </a:cubicBezTo>
                <a:cubicBezTo>
                  <a:pt x="3678797" y="2505916"/>
                  <a:pt x="3705458" y="2467963"/>
                  <a:pt x="3748425" y="2480360"/>
                </a:cubicBezTo>
                <a:cubicBezTo>
                  <a:pt x="3707220" y="2531974"/>
                  <a:pt x="3672847" y="2578277"/>
                  <a:pt x="3614458" y="2602819"/>
                </a:cubicBezTo>
                <a:cubicBezTo>
                  <a:pt x="3567745" y="2622300"/>
                  <a:pt x="3510016" y="2633686"/>
                  <a:pt x="3476083" y="2696937"/>
                </a:cubicBezTo>
                <a:cubicBezTo>
                  <a:pt x="3515524" y="2709337"/>
                  <a:pt x="3544831" y="2693651"/>
                  <a:pt x="3574357" y="2682517"/>
                </a:cubicBezTo>
                <a:cubicBezTo>
                  <a:pt x="3619525" y="2665312"/>
                  <a:pt x="3664255" y="2645832"/>
                  <a:pt x="3709425" y="2628625"/>
                </a:cubicBezTo>
                <a:cubicBezTo>
                  <a:pt x="3726611" y="2622047"/>
                  <a:pt x="3745340" y="2617491"/>
                  <a:pt x="3756357" y="2648866"/>
                </a:cubicBezTo>
                <a:cubicBezTo>
                  <a:pt x="3698847" y="2655446"/>
                  <a:pt x="3664475" y="2697951"/>
                  <a:pt x="3628340" y="2737926"/>
                </a:cubicBezTo>
                <a:cubicBezTo>
                  <a:pt x="3608067" y="2760445"/>
                  <a:pt x="3591541" y="2790554"/>
                  <a:pt x="3554967" y="2779169"/>
                </a:cubicBezTo>
                <a:cubicBezTo>
                  <a:pt x="3535796" y="2773097"/>
                  <a:pt x="3523678" y="2790046"/>
                  <a:pt x="3525662" y="2810794"/>
                </a:cubicBezTo>
                <a:cubicBezTo>
                  <a:pt x="3532932" y="2883915"/>
                  <a:pt x="3488203" y="2909469"/>
                  <a:pt x="3441932" y="2923637"/>
                </a:cubicBezTo>
                <a:cubicBezTo>
                  <a:pt x="3354236" y="2950204"/>
                  <a:pt x="3281303" y="3012697"/>
                  <a:pt x="3196032" y="3046854"/>
                </a:cubicBezTo>
                <a:cubicBezTo>
                  <a:pt x="3113184" y="3079999"/>
                  <a:pt x="3049065" y="3158685"/>
                  <a:pt x="2965998" y="3199927"/>
                </a:cubicBezTo>
                <a:cubicBezTo>
                  <a:pt x="2905843" y="3229783"/>
                  <a:pt x="2848335" y="3268239"/>
                  <a:pt x="2786418" y="3295311"/>
                </a:cubicBezTo>
                <a:cubicBezTo>
                  <a:pt x="2639894" y="3359324"/>
                  <a:pt x="2490503" y="3410685"/>
                  <a:pt x="2332519" y="3418022"/>
                </a:cubicBezTo>
                <a:cubicBezTo>
                  <a:pt x="2202077" y="3423842"/>
                  <a:pt x="1070633" y="3418277"/>
                  <a:pt x="611003" y="2585615"/>
                </a:cubicBezTo>
                <a:cubicBezTo>
                  <a:pt x="602189" y="2581565"/>
                  <a:pt x="592275" y="2570939"/>
                  <a:pt x="589190" y="2560818"/>
                </a:cubicBezTo>
                <a:cubicBezTo>
                  <a:pt x="574427" y="2513505"/>
                  <a:pt x="538291" y="2493011"/>
                  <a:pt x="505681" y="2467457"/>
                </a:cubicBezTo>
                <a:cubicBezTo>
                  <a:pt x="477036" y="2444939"/>
                  <a:pt x="446628" y="2421409"/>
                  <a:pt x="434730" y="2383456"/>
                </a:cubicBezTo>
                <a:cubicBezTo>
                  <a:pt x="419086" y="2332854"/>
                  <a:pt x="463594" y="2374348"/>
                  <a:pt x="471748" y="2355119"/>
                </a:cubicBezTo>
                <a:cubicBezTo>
                  <a:pt x="454782" y="2328807"/>
                  <a:pt x="428560" y="2304770"/>
                  <a:pt x="421730" y="2274915"/>
                </a:cubicBezTo>
                <a:cubicBezTo>
                  <a:pt x="396833" y="2167131"/>
                  <a:pt x="343069" y="2088698"/>
                  <a:pt x="262645" y="2027722"/>
                </a:cubicBezTo>
                <a:cubicBezTo>
                  <a:pt x="239509" y="2010264"/>
                  <a:pt x="224307" y="1978384"/>
                  <a:pt x="192799" y="1973326"/>
                </a:cubicBezTo>
                <a:cubicBezTo>
                  <a:pt x="122730" y="1962193"/>
                  <a:pt x="144764" y="1875156"/>
                  <a:pt x="107746" y="1836446"/>
                </a:cubicBezTo>
                <a:cubicBezTo>
                  <a:pt x="100695" y="1829107"/>
                  <a:pt x="94306" y="1814687"/>
                  <a:pt x="95627" y="1804821"/>
                </a:cubicBezTo>
                <a:cubicBezTo>
                  <a:pt x="97609" y="1790649"/>
                  <a:pt x="105983" y="1777240"/>
                  <a:pt x="113034" y="1764589"/>
                </a:cubicBezTo>
                <a:cubicBezTo>
                  <a:pt x="120306" y="1751939"/>
                  <a:pt x="131322" y="1740806"/>
                  <a:pt x="126034" y="1724108"/>
                </a:cubicBezTo>
                <a:cubicBezTo>
                  <a:pt x="123833" y="1717277"/>
                  <a:pt x="125373" y="1693494"/>
                  <a:pt x="109068" y="1712215"/>
                </a:cubicBezTo>
                <a:cubicBezTo>
                  <a:pt x="64340" y="1763578"/>
                  <a:pt x="38339" y="1715001"/>
                  <a:pt x="0" y="1691723"/>
                </a:cubicBezTo>
                <a:cubicBezTo>
                  <a:pt x="30848" y="1667686"/>
                  <a:pt x="58610" y="1650735"/>
                  <a:pt x="63238" y="1614808"/>
                </a:cubicBezTo>
                <a:cubicBezTo>
                  <a:pt x="72712" y="1540674"/>
                  <a:pt x="113253" y="1506772"/>
                  <a:pt x="174729" y="1500192"/>
                </a:cubicBezTo>
                <a:cubicBezTo>
                  <a:pt x="152034" y="1428591"/>
                  <a:pt x="152034" y="1428591"/>
                  <a:pt x="225408" y="1418722"/>
                </a:cubicBezTo>
                <a:cubicBezTo>
                  <a:pt x="197204" y="1373181"/>
                  <a:pt x="197204" y="1361542"/>
                  <a:pt x="231358" y="1345855"/>
                </a:cubicBezTo>
                <a:cubicBezTo>
                  <a:pt x="264188" y="1330927"/>
                  <a:pt x="300543" y="1325867"/>
                  <a:pt x="330952" y="1302844"/>
                </a:cubicBezTo>
                <a:cubicBezTo>
                  <a:pt x="302967" y="1244651"/>
                  <a:pt x="295035" y="1177097"/>
                  <a:pt x="237307" y="1148758"/>
                </a:cubicBezTo>
                <a:cubicBezTo>
                  <a:pt x="228273" y="1144458"/>
                  <a:pt x="222103" y="1127000"/>
                  <a:pt x="227831" y="1116880"/>
                </a:cubicBezTo>
                <a:cubicBezTo>
                  <a:pt x="248764" y="1080194"/>
                  <a:pt x="218798" y="1010614"/>
                  <a:pt x="284017" y="1002772"/>
                </a:cubicBezTo>
                <a:cubicBezTo>
                  <a:pt x="292171" y="1002013"/>
                  <a:pt x="299663" y="994421"/>
                  <a:pt x="293273" y="984554"/>
                </a:cubicBezTo>
                <a:cubicBezTo>
                  <a:pt x="271238" y="950145"/>
                  <a:pt x="297900" y="952421"/>
                  <a:pt x="313983" y="948120"/>
                </a:cubicBezTo>
                <a:cubicBezTo>
                  <a:pt x="333375" y="942809"/>
                  <a:pt x="355409" y="957988"/>
                  <a:pt x="373477" y="939265"/>
                </a:cubicBezTo>
                <a:cubicBezTo>
                  <a:pt x="369289" y="919530"/>
                  <a:pt x="353646" y="919783"/>
                  <a:pt x="342629" y="913458"/>
                </a:cubicBezTo>
                <a:cubicBezTo>
                  <a:pt x="310460" y="895240"/>
                  <a:pt x="284238" y="873483"/>
                  <a:pt x="282695" y="826169"/>
                </a:cubicBezTo>
                <a:cubicBezTo>
                  <a:pt x="281595" y="787964"/>
                  <a:pt x="278069" y="754314"/>
                  <a:pt x="322578" y="742675"/>
                </a:cubicBezTo>
                <a:cubicBezTo>
                  <a:pt x="341086" y="737866"/>
                  <a:pt x="335797" y="710289"/>
                  <a:pt x="325221" y="696626"/>
                </a:cubicBezTo>
                <a:cubicBezTo>
                  <a:pt x="306272" y="672338"/>
                  <a:pt x="290629" y="639953"/>
                  <a:pt x="258017" y="637675"/>
                </a:cubicBezTo>
                <a:cubicBezTo>
                  <a:pt x="238187" y="636158"/>
                  <a:pt x="222983" y="626035"/>
                  <a:pt x="207340" y="614398"/>
                </a:cubicBezTo>
                <a:cubicBezTo>
                  <a:pt x="196103" y="606047"/>
                  <a:pt x="182662" y="598964"/>
                  <a:pt x="183983" y="581001"/>
                </a:cubicBezTo>
                <a:cubicBezTo>
                  <a:pt x="185306" y="563795"/>
                  <a:pt x="198305" y="556711"/>
                  <a:pt x="211526" y="553169"/>
                </a:cubicBezTo>
                <a:cubicBezTo>
                  <a:pt x="255595" y="541784"/>
                  <a:pt x="297017" y="525085"/>
                  <a:pt x="333816" y="486880"/>
                </a:cubicBezTo>
                <a:cubicBezTo>
                  <a:pt x="309357" y="466639"/>
                  <a:pt x="286001" y="451964"/>
                  <a:pt x="267934" y="431469"/>
                </a:cubicBezTo>
                <a:cubicBezTo>
                  <a:pt x="224307" y="381881"/>
                  <a:pt x="593817" y="225772"/>
                  <a:pt x="612325" y="170108"/>
                </a:cubicBezTo>
                <a:cubicBezTo>
                  <a:pt x="618054" y="152904"/>
                  <a:pt x="637663" y="135194"/>
                  <a:pt x="653971" y="130133"/>
                </a:cubicBezTo>
                <a:cubicBezTo>
                  <a:pt x="730427" y="106350"/>
                  <a:pt x="796748" y="52963"/>
                  <a:pt x="874970" y="33228"/>
                </a:cubicBezTo>
                <a:cubicBezTo>
                  <a:pt x="911877" y="23867"/>
                  <a:pt x="948509" y="12925"/>
                  <a:pt x="986021" y="1223"/>
                </a:cubicBezTo>
                <a:close/>
              </a:path>
            </a:pathLst>
          </a:custGeom>
        </p:spPr>
      </p:pic>
      <p:pic>
        <p:nvPicPr>
          <p:cNvPr id="4" name="Picture 4" descr="A picture containing person, outdoor, staring&#10;&#10;Description automatically generated">
            <a:extLst>
              <a:ext uri="{FF2B5EF4-FFF2-40B4-BE49-F238E27FC236}">
                <a16:creationId xmlns:a16="http://schemas.microsoft.com/office/drawing/2014/main" id="{9FDB8768-D75D-4391-AD49-72F8B0A5A7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93" r="2" b="6245"/>
          <a:stretch/>
        </p:blipFill>
        <p:spPr>
          <a:xfrm>
            <a:off x="20" y="277472"/>
            <a:ext cx="4552718" cy="5946218"/>
          </a:xfrm>
          <a:custGeom>
            <a:avLst/>
            <a:gdLst/>
            <a:ahLst/>
            <a:cxnLst/>
            <a:rect l="l" t="t" r="r" b="b"/>
            <a:pathLst>
              <a:path w="4552738" h="5946218">
                <a:moveTo>
                  <a:pt x="0" y="0"/>
                </a:moveTo>
                <a:lnTo>
                  <a:pt x="193217" y="10418"/>
                </a:lnTo>
                <a:cubicBezTo>
                  <a:pt x="612089" y="35802"/>
                  <a:pt x="1030148" y="71660"/>
                  <a:pt x="1446580" y="128061"/>
                </a:cubicBezTo>
                <a:cubicBezTo>
                  <a:pt x="1735723" y="167547"/>
                  <a:pt x="2027715" y="194943"/>
                  <a:pt x="2320927" y="163517"/>
                </a:cubicBezTo>
                <a:cubicBezTo>
                  <a:pt x="2335563" y="161905"/>
                  <a:pt x="2352239" y="156669"/>
                  <a:pt x="2364438" y="161905"/>
                </a:cubicBezTo>
                <a:cubicBezTo>
                  <a:pt x="2506776" y="220729"/>
                  <a:pt x="2662121" y="178424"/>
                  <a:pt x="2809744" y="215490"/>
                </a:cubicBezTo>
                <a:cubicBezTo>
                  <a:pt x="2771925" y="358517"/>
                  <a:pt x="2609662" y="346832"/>
                  <a:pt x="2518162" y="445944"/>
                </a:cubicBezTo>
                <a:cubicBezTo>
                  <a:pt x="2667409" y="485424"/>
                  <a:pt x="2801610" y="525312"/>
                  <a:pt x="2937846" y="555124"/>
                </a:cubicBezTo>
                <a:cubicBezTo>
                  <a:pt x="3082216" y="586550"/>
                  <a:pt x="3204622" y="671561"/>
                  <a:pt x="3345734" y="709433"/>
                </a:cubicBezTo>
                <a:cubicBezTo>
                  <a:pt x="3375832" y="717492"/>
                  <a:pt x="3412025" y="745693"/>
                  <a:pt x="3422598" y="773089"/>
                </a:cubicBezTo>
                <a:cubicBezTo>
                  <a:pt x="3456757" y="861726"/>
                  <a:pt x="4138745" y="1110310"/>
                  <a:pt x="4058225" y="1189273"/>
                </a:cubicBezTo>
                <a:cubicBezTo>
                  <a:pt x="4024878" y="1221909"/>
                  <a:pt x="3981773" y="1245276"/>
                  <a:pt x="3936629" y="1277508"/>
                </a:cubicBezTo>
                <a:cubicBezTo>
                  <a:pt x="4004547" y="1338344"/>
                  <a:pt x="4080998" y="1364935"/>
                  <a:pt x="4162334" y="1383065"/>
                </a:cubicBezTo>
                <a:cubicBezTo>
                  <a:pt x="4186736" y="1388705"/>
                  <a:pt x="4210728" y="1399986"/>
                  <a:pt x="4213168" y="1427383"/>
                </a:cubicBezTo>
                <a:cubicBezTo>
                  <a:pt x="4215607" y="1455987"/>
                  <a:pt x="4190800" y="1467266"/>
                  <a:pt x="4170061" y="1480564"/>
                </a:cubicBezTo>
                <a:cubicBezTo>
                  <a:pt x="4141188" y="1499095"/>
                  <a:pt x="4113127" y="1515214"/>
                  <a:pt x="4076527" y="1517630"/>
                </a:cubicBezTo>
                <a:cubicBezTo>
                  <a:pt x="4016337" y="1521257"/>
                  <a:pt x="3987466" y="1572826"/>
                  <a:pt x="3952493" y="1611502"/>
                </a:cubicBezTo>
                <a:cubicBezTo>
                  <a:pt x="3932973" y="1633259"/>
                  <a:pt x="3923211" y="1677172"/>
                  <a:pt x="3957370" y="1684828"/>
                </a:cubicBezTo>
                <a:cubicBezTo>
                  <a:pt x="4039518" y="1703363"/>
                  <a:pt x="4033011" y="1756946"/>
                  <a:pt x="4030981" y="1817782"/>
                </a:cubicBezTo>
                <a:cubicBezTo>
                  <a:pt x="4028133" y="1893124"/>
                  <a:pt x="3979737" y="1927770"/>
                  <a:pt x="3920363" y="1956780"/>
                </a:cubicBezTo>
                <a:cubicBezTo>
                  <a:pt x="3900029" y="1966851"/>
                  <a:pt x="3871158" y="1966449"/>
                  <a:pt x="3863429" y="1997874"/>
                </a:cubicBezTo>
                <a:cubicBezTo>
                  <a:pt x="3896777" y="2027688"/>
                  <a:pt x="3937444" y="2003517"/>
                  <a:pt x="3973233" y="2011975"/>
                </a:cubicBezTo>
                <a:cubicBezTo>
                  <a:pt x="4002918" y="2018824"/>
                  <a:pt x="4052127" y="2015199"/>
                  <a:pt x="4011458" y="2069991"/>
                </a:cubicBezTo>
                <a:cubicBezTo>
                  <a:pt x="3999664" y="2085704"/>
                  <a:pt x="4013491" y="2097792"/>
                  <a:pt x="4028540" y="2099000"/>
                </a:cubicBezTo>
                <a:cubicBezTo>
                  <a:pt x="4148913" y="2111489"/>
                  <a:pt x="4093606" y="2222285"/>
                  <a:pt x="4132241" y="2280703"/>
                </a:cubicBezTo>
                <a:cubicBezTo>
                  <a:pt x="4142812" y="2296818"/>
                  <a:pt x="4131425" y="2324618"/>
                  <a:pt x="4114752" y="2331466"/>
                </a:cubicBezTo>
                <a:cubicBezTo>
                  <a:pt x="4008205" y="2376592"/>
                  <a:pt x="3993565" y="2484163"/>
                  <a:pt x="3941916" y="2576828"/>
                </a:cubicBezTo>
                <a:cubicBezTo>
                  <a:pt x="3998039" y="2613488"/>
                  <a:pt x="4065138" y="2621547"/>
                  <a:pt x="4125732" y="2645318"/>
                </a:cubicBezTo>
                <a:cubicBezTo>
                  <a:pt x="4188768" y="2670298"/>
                  <a:pt x="4188768" y="2688831"/>
                  <a:pt x="4136714" y="2761349"/>
                </a:cubicBezTo>
                <a:cubicBezTo>
                  <a:pt x="4272135" y="2777064"/>
                  <a:pt x="4272135" y="2777064"/>
                  <a:pt x="4230249" y="2891080"/>
                </a:cubicBezTo>
                <a:cubicBezTo>
                  <a:pt x="4343713" y="2901557"/>
                  <a:pt x="4418537" y="2955542"/>
                  <a:pt x="4436023" y="3073591"/>
                </a:cubicBezTo>
                <a:cubicBezTo>
                  <a:pt x="4444564" y="3130800"/>
                  <a:pt x="4495804" y="3157792"/>
                  <a:pt x="4552738" y="3196068"/>
                </a:cubicBezTo>
                <a:cubicBezTo>
                  <a:pt x="4481978" y="3233136"/>
                  <a:pt x="4433989" y="3310489"/>
                  <a:pt x="4351436" y="3228700"/>
                </a:cubicBezTo>
                <a:cubicBezTo>
                  <a:pt x="4321344" y="3198888"/>
                  <a:pt x="4324186" y="3236761"/>
                  <a:pt x="4320122" y="3247637"/>
                </a:cubicBezTo>
                <a:cubicBezTo>
                  <a:pt x="4310364" y="3274227"/>
                  <a:pt x="4330695" y="3291956"/>
                  <a:pt x="4344116" y="3312099"/>
                </a:cubicBezTo>
                <a:cubicBezTo>
                  <a:pt x="4357130" y="3332244"/>
                  <a:pt x="4372586" y="3353596"/>
                  <a:pt x="4376244" y="3376163"/>
                </a:cubicBezTo>
                <a:cubicBezTo>
                  <a:pt x="4378682" y="3391874"/>
                  <a:pt x="4366890" y="3414835"/>
                  <a:pt x="4353877" y="3426522"/>
                </a:cubicBezTo>
                <a:cubicBezTo>
                  <a:pt x="4285554" y="3488163"/>
                  <a:pt x="4326221" y="3626757"/>
                  <a:pt x="4196898" y="3644486"/>
                </a:cubicBezTo>
                <a:cubicBezTo>
                  <a:pt x="4138745" y="3652541"/>
                  <a:pt x="4110687" y="3703306"/>
                  <a:pt x="4067986" y="3731106"/>
                </a:cubicBezTo>
                <a:cubicBezTo>
                  <a:pt x="3919551" y="3828201"/>
                  <a:pt x="3820322" y="3953097"/>
                  <a:pt x="3774370" y="4124729"/>
                </a:cubicBezTo>
                <a:cubicBezTo>
                  <a:pt x="3761764" y="4172269"/>
                  <a:pt x="3713368" y="4210546"/>
                  <a:pt x="3682054" y="4252444"/>
                </a:cubicBezTo>
                <a:cubicBezTo>
                  <a:pt x="3697103" y="4283064"/>
                  <a:pt x="3779250" y="4216990"/>
                  <a:pt x="3750377" y="4297567"/>
                </a:cubicBezTo>
                <a:cubicBezTo>
                  <a:pt x="3728417" y="4358002"/>
                  <a:pt x="3672294" y="4395470"/>
                  <a:pt x="3619425" y="4431328"/>
                </a:cubicBezTo>
                <a:cubicBezTo>
                  <a:pt x="3559239" y="4472019"/>
                  <a:pt x="3492545" y="4504653"/>
                  <a:pt x="3465296" y="4579993"/>
                </a:cubicBezTo>
                <a:cubicBezTo>
                  <a:pt x="3459603" y="4596110"/>
                  <a:pt x="3441305" y="4613031"/>
                  <a:pt x="3425038" y="4619479"/>
                </a:cubicBezTo>
                <a:cubicBezTo>
                  <a:pt x="2576720" y="5945389"/>
                  <a:pt x="488463" y="5954251"/>
                  <a:pt x="247714" y="5944983"/>
                </a:cubicBezTo>
                <a:cubicBezTo>
                  <a:pt x="174818" y="5942062"/>
                  <a:pt x="102913" y="5934760"/>
                  <a:pt x="31834" y="5923857"/>
                </a:cubicBezTo>
                <a:lnTo>
                  <a:pt x="0" y="5917408"/>
                </a:lnTo>
                <a:close/>
              </a:path>
            </a:pathLst>
          </a:custGeom>
        </p:spPr>
      </p:pic>
      <p:pic>
        <p:nvPicPr>
          <p:cNvPr id="10" name="Picture 10" descr="A picture containing person, person, hair&#10;&#10;Description automatically generated">
            <a:extLst>
              <a:ext uri="{FF2B5EF4-FFF2-40B4-BE49-F238E27FC236}">
                <a16:creationId xmlns:a16="http://schemas.microsoft.com/office/drawing/2014/main" id="{E635C61E-7E81-4AA3-926B-8CCA688018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326" r="-2" b="9574"/>
          <a:stretch/>
        </p:blipFill>
        <p:spPr>
          <a:xfrm>
            <a:off x="8653074" y="-2"/>
            <a:ext cx="3538926" cy="4290182"/>
          </a:xfrm>
          <a:custGeom>
            <a:avLst/>
            <a:gdLst/>
            <a:ahLst/>
            <a:cxnLst/>
            <a:rect l="l" t="t" r="r" b="b"/>
            <a:pathLst>
              <a:path w="3538926" h="4290182">
                <a:moveTo>
                  <a:pt x="1370437" y="0"/>
                </a:moveTo>
                <a:lnTo>
                  <a:pt x="3538926" y="0"/>
                </a:lnTo>
                <a:lnTo>
                  <a:pt x="3538926" y="4256362"/>
                </a:lnTo>
                <a:lnTo>
                  <a:pt x="3455334" y="4273195"/>
                </a:lnTo>
                <a:cubicBezTo>
                  <a:pt x="3401009" y="4281478"/>
                  <a:pt x="3346052" y="4287025"/>
                  <a:pt x="3290337" y="4289244"/>
                </a:cubicBezTo>
                <a:cubicBezTo>
                  <a:pt x="3106332" y="4296285"/>
                  <a:pt x="1510274" y="4289552"/>
                  <a:pt x="861903" y="3282295"/>
                </a:cubicBezTo>
                <a:cubicBezTo>
                  <a:pt x="849470" y="3277397"/>
                  <a:pt x="835485" y="3264542"/>
                  <a:pt x="831133" y="3252299"/>
                </a:cubicBezTo>
                <a:cubicBezTo>
                  <a:pt x="810307" y="3195065"/>
                  <a:pt x="759333" y="3170274"/>
                  <a:pt x="713332" y="3139362"/>
                </a:cubicBezTo>
                <a:cubicBezTo>
                  <a:pt x="672925" y="3112122"/>
                  <a:pt x="630030" y="3083658"/>
                  <a:pt x="613246" y="3037747"/>
                </a:cubicBezTo>
                <a:cubicBezTo>
                  <a:pt x="591178" y="2976535"/>
                  <a:pt x="653963" y="3026730"/>
                  <a:pt x="665465" y="3003469"/>
                </a:cubicBezTo>
                <a:cubicBezTo>
                  <a:pt x="641532" y="2971640"/>
                  <a:pt x="604543" y="2942562"/>
                  <a:pt x="594908" y="2906447"/>
                </a:cubicBezTo>
                <a:cubicBezTo>
                  <a:pt x="559787" y="2776063"/>
                  <a:pt x="483946" y="2681183"/>
                  <a:pt x="370497" y="2607422"/>
                </a:cubicBezTo>
                <a:cubicBezTo>
                  <a:pt x="337860" y="2586304"/>
                  <a:pt x="316415" y="2547739"/>
                  <a:pt x="271969" y="2541620"/>
                </a:cubicBezTo>
                <a:cubicBezTo>
                  <a:pt x="173127" y="2528152"/>
                  <a:pt x="204209" y="2422866"/>
                  <a:pt x="151990" y="2376038"/>
                </a:cubicBezTo>
                <a:cubicBezTo>
                  <a:pt x="142044" y="2367161"/>
                  <a:pt x="133031" y="2349717"/>
                  <a:pt x="134895" y="2337782"/>
                </a:cubicBezTo>
                <a:cubicBezTo>
                  <a:pt x="137691" y="2320639"/>
                  <a:pt x="149504" y="2304419"/>
                  <a:pt x="159450" y="2289115"/>
                </a:cubicBezTo>
                <a:cubicBezTo>
                  <a:pt x="169707" y="2273813"/>
                  <a:pt x="185247" y="2260344"/>
                  <a:pt x="177788" y="2240145"/>
                </a:cubicBezTo>
                <a:cubicBezTo>
                  <a:pt x="174683" y="2231882"/>
                  <a:pt x="176855" y="2203112"/>
                  <a:pt x="153855" y="2225759"/>
                </a:cubicBezTo>
                <a:cubicBezTo>
                  <a:pt x="90759" y="2287892"/>
                  <a:pt x="54081" y="2229129"/>
                  <a:pt x="0" y="2200970"/>
                </a:cubicBezTo>
                <a:cubicBezTo>
                  <a:pt x="43514" y="2171892"/>
                  <a:pt x="82677" y="2151388"/>
                  <a:pt x="89205" y="2107927"/>
                </a:cubicBezTo>
                <a:cubicBezTo>
                  <a:pt x="102570" y="2018249"/>
                  <a:pt x="159758" y="1977237"/>
                  <a:pt x="246479" y="1969279"/>
                </a:cubicBezTo>
                <a:cubicBezTo>
                  <a:pt x="214465" y="1882663"/>
                  <a:pt x="214465" y="1882663"/>
                  <a:pt x="317968" y="1870725"/>
                </a:cubicBezTo>
                <a:cubicBezTo>
                  <a:pt x="278183" y="1815635"/>
                  <a:pt x="278183" y="1801556"/>
                  <a:pt x="326361" y="1782580"/>
                </a:cubicBezTo>
                <a:cubicBezTo>
                  <a:pt x="372673" y="1764521"/>
                  <a:pt x="423957" y="1758400"/>
                  <a:pt x="466852" y="1730550"/>
                </a:cubicBezTo>
                <a:cubicBezTo>
                  <a:pt x="427377" y="1660155"/>
                  <a:pt x="416187" y="1578436"/>
                  <a:pt x="334753" y="1544155"/>
                </a:cubicBezTo>
                <a:cubicBezTo>
                  <a:pt x="322010" y="1538952"/>
                  <a:pt x="313307" y="1517834"/>
                  <a:pt x="321386" y="1505592"/>
                </a:cubicBezTo>
                <a:cubicBezTo>
                  <a:pt x="350915" y="1461214"/>
                  <a:pt x="308644" y="1377045"/>
                  <a:pt x="400645" y="1367557"/>
                </a:cubicBezTo>
                <a:cubicBezTo>
                  <a:pt x="412147" y="1366640"/>
                  <a:pt x="422716" y="1357456"/>
                  <a:pt x="413701" y="1345520"/>
                </a:cubicBezTo>
                <a:cubicBezTo>
                  <a:pt x="382618" y="1303896"/>
                  <a:pt x="420228" y="1306649"/>
                  <a:pt x="442916" y="1301447"/>
                </a:cubicBezTo>
                <a:cubicBezTo>
                  <a:pt x="470270" y="1295021"/>
                  <a:pt x="501352" y="1313384"/>
                  <a:pt x="526840" y="1290735"/>
                </a:cubicBezTo>
                <a:cubicBezTo>
                  <a:pt x="520932" y="1266862"/>
                  <a:pt x="498866" y="1267167"/>
                  <a:pt x="483325" y="1259517"/>
                </a:cubicBezTo>
                <a:cubicBezTo>
                  <a:pt x="437945" y="1237479"/>
                  <a:pt x="400956" y="1211159"/>
                  <a:pt x="398780" y="1153924"/>
                </a:cubicBezTo>
                <a:cubicBezTo>
                  <a:pt x="397228" y="1107708"/>
                  <a:pt x="392254" y="1067003"/>
                  <a:pt x="455041" y="1052922"/>
                </a:cubicBezTo>
                <a:cubicBezTo>
                  <a:pt x="481149" y="1047106"/>
                  <a:pt x="473687" y="1013747"/>
                  <a:pt x="458768" y="997218"/>
                </a:cubicBezTo>
                <a:cubicBezTo>
                  <a:pt x="432038" y="967837"/>
                  <a:pt x="409972" y="928661"/>
                  <a:pt x="363968" y="925907"/>
                </a:cubicBezTo>
                <a:cubicBezTo>
                  <a:pt x="335995" y="924071"/>
                  <a:pt x="314548" y="911826"/>
                  <a:pt x="292481" y="897749"/>
                </a:cubicBezTo>
                <a:cubicBezTo>
                  <a:pt x="276630" y="887646"/>
                  <a:pt x="257670" y="879078"/>
                  <a:pt x="259533" y="857348"/>
                </a:cubicBezTo>
                <a:cubicBezTo>
                  <a:pt x="261399" y="836535"/>
                  <a:pt x="279736" y="827966"/>
                  <a:pt x="298387" y="823681"/>
                </a:cubicBezTo>
                <a:cubicBezTo>
                  <a:pt x="360552" y="809909"/>
                  <a:pt x="418983" y="789708"/>
                  <a:pt x="470893" y="743493"/>
                </a:cubicBezTo>
                <a:cubicBezTo>
                  <a:pt x="436390" y="719007"/>
                  <a:pt x="403444" y="701256"/>
                  <a:pt x="377957" y="676463"/>
                </a:cubicBezTo>
                <a:cubicBezTo>
                  <a:pt x="316415" y="616477"/>
                  <a:pt x="837660" y="427634"/>
                  <a:pt x="863768" y="360299"/>
                </a:cubicBezTo>
                <a:cubicBezTo>
                  <a:pt x="871849" y="339488"/>
                  <a:pt x="899511" y="318064"/>
                  <a:pt x="922515" y="311942"/>
                </a:cubicBezTo>
                <a:cubicBezTo>
                  <a:pt x="1030367" y="283171"/>
                  <a:pt x="1123922" y="218591"/>
                  <a:pt x="1234265" y="194718"/>
                </a:cubicBezTo>
                <a:cubicBezTo>
                  <a:pt x="1338390" y="172070"/>
                  <a:pt x="1440960" y="141768"/>
                  <a:pt x="1555030" y="111776"/>
                </a:cubicBezTo>
                <a:cubicBezTo>
                  <a:pt x="1520063" y="74130"/>
                  <a:pt x="1471575" y="57526"/>
                  <a:pt x="1428216" y="3675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4986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222E-DF1D-4E74-8241-BE32BE1C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662" y="5118754"/>
            <a:ext cx="8584676" cy="104430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800">
                <a:latin typeface="Times New Roman"/>
                <a:cs typeface="Calibri Light"/>
              </a:rPr>
              <a:t>They all are supported to Adharma</a:t>
            </a:r>
            <a:endParaRPr lang="en-US" sz="4800" kern="1200">
              <a:solidFill>
                <a:schemeClr val="tx1"/>
              </a:solidFill>
              <a:latin typeface="Times New Roman"/>
              <a:cs typeface="Calibri Ligh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45045A-6083-4B3E-956A-675823375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44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5" descr="A picture containing person, dancer, sport&#10;&#10;Description automatically generated">
            <a:extLst>
              <a:ext uri="{FF2B5EF4-FFF2-40B4-BE49-F238E27FC236}">
                <a16:creationId xmlns:a16="http://schemas.microsoft.com/office/drawing/2014/main" id="{42D59EC0-EE2B-4E32-99D6-5CF53B5400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" b="7"/>
          <a:stretch/>
        </p:blipFill>
        <p:spPr>
          <a:xfrm>
            <a:off x="895336" y="997486"/>
            <a:ext cx="2971800" cy="2971800"/>
          </a:xfrm>
          <a:custGeom>
            <a:avLst/>
            <a:gdLst/>
            <a:ahLst/>
            <a:cxnLst/>
            <a:rect l="l" t="t" r="r" b="b"/>
            <a:pathLst>
              <a:path w="2971800" h="2971800">
                <a:moveTo>
                  <a:pt x="1485900" y="0"/>
                </a:moveTo>
                <a:cubicBezTo>
                  <a:pt x="2306540" y="0"/>
                  <a:pt x="2971800" y="665260"/>
                  <a:pt x="2971800" y="1485900"/>
                </a:cubicBezTo>
                <a:cubicBezTo>
                  <a:pt x="2971800" y="2306540"/>
                  <a:pt x="2306540" y="2971800"/>
                  <a:pt x="1485900" y="2971800"/>
                </a:cubicBezTo>
                <a:cubicBezTo>
                  <a:pt x="665260" y="2971800"/>
                  <a:pt x="0" y="2306540"/>
                  <a:pt x="0" y="1485900"/>
                </a:cubicBezTo>
                <a:cubicBezTo>
                  <a:pt x="0" y="665260"/>
                  <a:pt x="665260" y="0"/>
                  <a:pt x="1485900" y="0"/>
                </a:cubicBez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2875DDC-0225-45F8-B745-78688F2D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5509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85E02A8-E4AD-445B-A0C5-C91B2DFE9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" b="1505"/>
          <a:stretch/>
        </p:blipFill>
        <p:spPr>
          <a:xfrm>
            <a:off x="4610101" y="997486"/>
            <a:ext cx="2971800" cy="2971800"/>
          </a:xfrm>
          <a:custGeom>
            <a:avLst/>
            <a:gdLst/>
            <a:ahLst/>
            <a:cxnLst/>
            <a:rect l="l" t="t" r="r" b="b"/>
            <a:pathLst>
              <a:path w="2971800" h="2971800">
                <a:moveTo>
                  <a:pt x="1485900" y="0"/>
                </a:moveTo>
                <a:cubicBezTo>
                  <a:pt x="2306540" y="0"/>
                  <a:pt x="2971800" y="665260"/>
                  <a:pt x="2971800" y="1485900"/>
                </a:cubicBezTo>
                <a:cubicBezTo>
                  <a:pt x="2971800" y="2306540"/>
                  <a:pt x="2306540" y="2971800"/>
                  <a:pt x="1485900" y="2971800"/>
                </a:cubicBezTo>
                <a:cubicBezTo>
                  <a:pt x="665260" y="2971800"/>
                  <a:pt x="0" y="2306540"/>
                  <a:pt x="0" y="1485900"/>
                </a:cubicBezTo>
                <a:cubicBezTo>
                  <a:pt x="0" y="665260"/>
                  <a:pt x="665260" y="0"/>
                  <a:pt x="1485900" y="0"/>
                </a:cubicBezTo>
                <a:close/>
              </a:path>
            </a:pathLst>
          </a:cu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2617755-D451-4BAF-9B55-518297BF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0273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8" descr="A picture containing person, sport, dancer&#10;&#10;Description automatically generated">
            <a:extLst>
              <a:ext uri="{FF2B5EF4-FFF2-40B4-BE49-F238E27FC236}">
                <a16:creationId xmlns:a16="http://schemas.microsoft.com/office/drawing/2014/main" id="{C4ABCCCE-4FED-4A60-B04E-BBF2B7D16F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500" r="14250"/>
          <a:stretch/>
        </p:blipFill>
        <p:spPr>
          <a:xfrm>
            <a:off x="8324865" y="997486"/>
            <a:ext cx="2971800" cy="2971800"/>
          </a:xfrm>
          <a:custGeom>
            <a:avLst/>
            <a:gdLst/>
            <a:ahLst/>
            <a:cxnLst/>
            <a:rect l="l" t="t" r="r" b="b"/>
            <a:pathLst>
              <a:path w="2971800" h="2971800">
                <a:moveTo>
                  <a:pt x="1485900" y="0"/>
                </a:moveTo>
                <a:cubicBezTo>
                  <a:pt x="2306540" y="0"/>
                  <a:pt x="2971800" y="665260"/>
                  <a:pt x="2971800" y="1485900"/>
                </a:cubicBezTo>
                <a:cubicBezTo>
                  <a:pt x="2971800" y="2306540"/>
                  <a:pt x="2306540" y="2971800"/>
                  <a:pt x="1485900" y="2971800"/>
                </a:cubicBezTo>
                <a:cubicBezTo>
                  <a:pt x="665260" y="2971800"/>
                  <a:pt x="0" y="2306540"/>
                  <a:pt x="0" y="1485900"/>
                </a:cubicBezTo>
                <a:cubicBezTo>
                  <a:pt x="0" y="665260"/>
                  <a:pt x="665260" y="0"/>
                  <a:pt x="14859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72935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C38A4C4-0AD3-4423-B22A-708E865694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83" r="9089" b="785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036099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>
                <a:latin typeface="Times New Roman"/>
                <a:cs typeface="Calibri Light"/>
              </a:rPr>
              <a:t>Then 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how 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can 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 err="1">
                <a:latin typeface="Times New Roman"/>
                <a:cs typeface="Calibri Light"/>
              </a:rPr>
              <a:t>karna</a:t>
            </a:r>
            <a:r>
              <a:rPr lang="en-US" sz="4800">
                <a:latin typeface="Times New Roman"/>
                <a:cs typeface="Calibri Light"/>
              </a:rPr>
              <a:t> </a:t>
            </a:r>
            <a:br>
              <a:rPr lang="en-US" sz="4800">
                <a:latin typeface="Times New Roman"/>
                <a:cs typeface="Calibri Light"/>
              </a:rPr>
            </a:br>
            <a:r>
              <a:rPr lang="en-US" sz="4800">
                <a:latin typeface="Times New Roman"/>
                <a:cs typeface="Calibri Light"/>
              </a:rPr>
              <a:t>will </a:t>
            </a:r>
            <a:r>
              <a:rPr lang="en-IN" sz="4800">
                <a:latin typeface="Times New Roman"/>
                <a:cs typeface="Calibri Light"/>
              </a:rPr>
              <a:t>survive .</a:t>
            </a:r>
            <a:r>
              <a:rPr lang="en-US" sz="4800">
                <a:latin typeface="Times New Roman"/>
                <a:cs typeface="Calibri Light"/>
              </a:rPr>
              <a:t>....</a:t>
            </a:r>
            <a:endParaRPr lang="en-US" sz="4800"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36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31E5F3C-E884-478E-96EB-ACC61E241C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About</vt:lpstr>
      <vt:lpstr>PowerPoint Presentation</vt:lpstr>
      <vt:lpstr>PowerPoint Presentation</vt:lpstr>
      <vt:lpstr>Lord Parushurama Gave A Curse</vt:lpstr>
      <vt:lpstr>PowerPoint Presentation</vt:lpstr>
      <vt:lpstr>PowerPoint Presentation</vt:lpstr>
      <vt:lpstr>A Good Friendship      In between Karna &amp; Duryodhan</vt:lpstr>
      <vt:lpstr>They all are supported to Adharma</vt:lpstr>
      <vt:lpstr>Then  how  can  karna  will survive .....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</cp:revision>
  <dcterms:created xsi:type="dcterms:W3CDTF">2013-07-15T20:26:40Z</dcterms:created>
  <dcterms:modified xsi:type="dcterms:W3CDTF">2021-08-28T08:42:32Z</dcterms:modified>
</cp:coreProperties>
</file>
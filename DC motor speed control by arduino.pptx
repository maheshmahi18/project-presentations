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2" r:id="rId6"/>
    <p:sldId id="261" r:id="rId7"/>
    <p:sldId id="263" r:id="rId8"/>
    <p:sldId id="264" r:id="rId9"/>
    <p:sldId id="260" r:id="rId10"/>
    <p:sldId id="265" r:id="rId11"/>
    <p:sldId id="266" r:id="rId12"/>
    <p:sldId id="268" r:id="rId13"/>
    <p:sldId id="269" r:id="rId14"/>
    <p:sldId id="267" r:id="rId15"/>
    <p:sldId id="270" r:id="rId16"/>
    <p:sldId id="271" r:id="rId17"/>
    <p:sldId id="272" r:id="rId18"/>
    <p:sldId id="275" r:id="rId19"/>
    <p:sldId id="274" r:id="rId20"/>
    <p:sldId id="276" r:id="rId21"/>
    <p:sldId id="273" r:id="rId22"/>
    <p:sldId id="279" r:id="rId23"/>
    <p:sldId id="280" r:id="rId24"/>
    <p:sldId id="281" r:id="rId25"/>
    <p:sldId id="282" r:id="rId26"/>
    <p:sldId id="283" r:id="rId27"/>
    <p:sldId id="284" r:id="rId28"/>
    <p:sldId id="285" r:id="rId29"/>
    <p:sldId id="287" r:id="rId30"/>
    <p:sldId id="286" r:id="rId31"/>
    <p:sldId id="27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833EC7-1E44-43E6-82D6-76EB50F6B965}" v="76" dt="2021-05-16T07:54:43.180"/>
    <p1510:client id="{9F9F9D97-5826-41A7-BBEA-CFC586F4689F}" v="48" dt="2021-05-16T08:41:41.869"/>
    <p1510:client id="{CF826C4E-D2F9-40DC-A431-F2354AF542D8}" v="111" dt="2021-05-16T08:25:59.847"/>
    <p1510:client id="{D7A95D96-5C2E-4B35-B68E-316D8E3D66DC}" v="215" dt="2021-05-15T05:27:00.247"/>
    <p1510:client id="{E9B16288-56FC-484E-BC12-C68A1A7A56A7}" v="1175" dt="2021-05-16T07:25:54.547"/>
    <p1510:client id="{F9C4B430-2045-4A40-83B6-6BDECBAC862D}" v="36" dt="2021-05-15T06:17:33.2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 Chowdary" userId="438a3ffe85f3f198" providerId="Windows Live" clId="Web-{D7A95D96-5C2E-4B35-B68E-316D8E3D66DC}"/>
    <pc:docChg chg="addSld modSld addMainMaster delMainMaster">
      <pc:chgData name="Mahesh Chowdary" userId="438a3ffe85f3f198" providerId="Windows Live" clId="Web-{D7A95D96-5C2E-4B35-B68E-316D8E3D66DC}" dt="2021-05-15T05:26:57.966" v="124" actId="20577"/>
      <pc:docMkLst>
        <pc:docMk/>
      </pc:docMkLst>
      <pc:sldChg chg="addSp modSp mod setBg modClrScheme chgLayout">
        <pc:chgData name="Mahesh Chowdary" userId="438a3ffe85f3f198" providerId="Windows Live" clId="Web-{D7A95D96-5C2E-4B35-B68E-316D8E3D66DC}" dt="2021-05-15T04:33:54.177" v="0"/>
        <pc:sldMkLst>
          <pc:docMk/>
          <pc:sldMk cId="109857222" sldId="256"/>
        </pc:sldMkLst>
        <pc:spChg chg="mod">
          <ac:chgData name="Mahesh Chowdary" userId="438a3ffe85f3f198" providerId="Windows Live" clId="Web-{D7A95D96-5C2E-4B35-B68E-316D8E3D66DC}" dt="2021-05-15T04:33:54.177" v="0"/>
          <ac:spMkLst>
            <pc:docMk/>
            <pc:sldMk cId="109857222" sldId="256"/>
            <ac:spMk id="2" creationId="{00000000-0000-0000-0000-000000000000}"/>
          </ac:spMkLst>
        </pc:spChg>
        <pc:spChg chg="mod">
          <ac:chgData name="Mahesh Chowdary" userId="438a3ffe85f3f198" providerId="Windows Live" clId="Web-{D7A95D96-5C2E-4B35-B68E-316D8E3D66DC}" dt="2021-05-15T04:33:54.177" v="0"/>
          <ac:spMkLst>
            <pc:docMk/>
            <pc:sldMk cId="109857222" sldId="256"/>
            <ac:spMk id="3" creationId="{00000000-0000-0000-0000-000000000000}"/>
          </ac:spMkLst>
        </pc:spChg>
        <pc:spChg chg="add">
          <ac:chgData name="Mahesh Chowdary" userId="438a3ffe85f3f198" providerId="Windows Live" clId="Web-{D7A95D96-5C2E-4B35-B68E-316D8E3D66DC}" dt="2021-05-15T04:33:54.177" v="0"/>
          <ac:spMkLst>
            <pc:docMk/>
            <pc:sldMk cId="109857222" sldId="256"/>
            <ac:spMk id="9" creationId="{8CF1B1A9-81D7-475B-9773-FA69E2D6C2E1}"/>
          </ac:spMkLst>
        </pc:spChg>
        <pc:spChg chg="add">
          <ac:chgData name="Mahesh Chowdary" userId="438a3ffe85f3f198" providerId="Windows Live" clId="Web-{D7A95D96-5C2E-4B35-B68E-316D8E3D66DC}" dt="2021-05-15T04:33:54.177" v="0"/>
          <ac:spMkLst>
            <pc:docMk/>
            <pc:sldMk cId="109857222" sldId="256"/>
            <ac:spMk id="11" creationId="{825938E3-FCDD-4147-B4EC-232316751F65}"/>
          </ac:spMkLst>
        </pc:spChg>
        <pc:spChg chg="add">
          <ac:chgData name="Mahesh Chowdary" userId="438a3ffe85f3f198" providerId="Windows Live" clId="Web-{D7A95D96-5C2E-4B35-B68E-316D8E3D66DC}" dt="2021-05-15T04:33:54.177" v="0"/>
          <ac:spMkLst>
            <pc:docMk/>
            <pc:sldMk cId="109857222" sldId="256"/>
            <ac:spMk id="13" creationId="{9AA75596-FA3D-4A75-A3CB-443E14CBF572}"/>
          </ac:spMkLst>
        </pc:spChg>
        <pc:spChg chg="add">
          <ac:chgData name="Mahesh Chowdary" userId="438a3ffe85f3f198" providerId="Windows Live" clId="Web-{D7A95D96-5C2E-4B35-B68E-316D8E3D66DC}" dt="2021-05-15T04:33:54.177" v="0"/>
          <ac:spMkLst>
            <pc:docMk/>
            <pc:sldMk cId="109857222" sldId="256"/>
            <ac:spMk id="15" creationId="{FF5FBB9B-488E-47BA-9CA3-8CC9C7D1577C}"/>
          </ac:spMkLst>
        </pc:spChg>
        <pc:spChg chg="add">
          <ac:chgData name="Mahesh Chowdary" userId="438a3ffe85f3f198" providerId="Windows Live" clId="Web-{D7A95D96-5C2E-4B35-B68E-316D8E3D66DC}" dt="2021-05-15T04:33:54.177" v="0"/>
          <ac:spMkLst>
            <pc:docMk/>
            <pc:sldMk cId="109857222" sldId="256"/>
            <ac:spMk id="17" creationId="{E3574FE0-C6E5-4148-8CC5-56169A790A66}"/>
          </ac:spMkLst>
        </pc:spChg>
        <pc:picChg chg="add">
          <ac:chgData name="Mahesh Chowdary" userId="438a3ffe85f3f198" providerId="Windows Live" clId="Web-{D7A95D96-5C2E-4B35-B68E-316D8E3D66DC}" dt="2021-05-15T04:33:54.177" v="0"/>
          <ac:picMkLst>
            <pc:docMk/>
            <pc:sldMk cId="109857222" sldId="256"/>
            <ac:picMk id="4" creationId="{3010E87E-7EA9-4C48-9399-61E395E34308}"/>
          </ac:picMkLst>
        </pc:picChg>
      </pc:sldChg>
      <pc:sldChg chg="addSp modSp new">
        <pc:chgData name="Mahesh Chowdary" userId="438a3ffe85f3f198" providerId="Windows Live" clId="Web-{D7A95D96-5C2E-4B35-B68E-316D8E3D66DC}" dt="2021-05-15T04:58:02.863" v="41" actId="14100"/>
        <pc:sldMkLst>
          <pc:docMk/>
          <pc:sldMk cId="842788384" sldId="257"/>
        </pc:sldMkLst>
        <pc:spChg chg="mod">
          <ac:chgData name="Mahesh Chowdary" userId="438a3ffe85f3f198" providerId="Windows Live" clId="Web-{D7A95D96-5C2E-4B35-B68E-316D8E3D66DC}" dt="2021-05-15T04:57:55.597" v="40" actId="20577"/>
          <ac:spMkLst>
            <pc:docMk/>
            <pc:sldMk cId="842788384" sldId="257"/>
            <ac:spMk id="2" creationId="{CEC39EE8-FAD1-4B65-B401-EC9EA23D9CAC}"/>
          </ac:spMkLst>
        </pc:spChg>
        <pc:spChg chg="mod">
          <ac:chgData name="Mahesh Chowdary" userId="438a3ffe85f3f198" providerId="Windows Live" clId="Web-{D7A95D96-5C2E-4B35-B68E-316D8E3D66DC}" dt="2021-05-15T04:56:52.002" v="31" actId="20577"/>
          <ac:spMkLst>
            <pc:docMk/>
            <pc:sldMk cId="842788384" sldId="257"/>
            <ac:spMk id="3" creationId="{D246588A-8DFC-476C-BE45-68D9DE23FCAD}"/>
          </ac:spMkLst>
        </pc:spChg>
        <pc:picChg chg="add mod ord">
          <ac:chgData name="Mahesh Chowdary" userId="438a3ffe85f3f198" providerId="Windows Live" clId="Web-{D7A95D96-5C2E-4B35-B68E-316D8E3D66DC}" dt="2021-05-15T04:58:02.863" v="41" actId="14100"/>
          <ac:picMkLst>
            <pc:docMk/>
            <pc:sldMk cId="842788384" sldId="257"/>
            <ac:picMk id="4" creationId="{574BC238-1B92-44B8-863F-B9DB85DF44C5}"/>
          </ac:picMkLst>
        </pc:picChg>
      </pc:sldChg>
      <pc:sldChg chg="addSp modSp new">
        <pc:chgData name="Mahesh Chowdary" userId="438a3ffe85f3f198" providerId="Windows Live" clId="Web-{D7A95D96-5C2E-4B35-B68E-316D8E3D66DC}" dt="2021-05-15T05:02:00.961" v="50" actId="14100"/>
        <pc:sldMkLst>
          <pc:docMk/>
          <pc:sldMk cId="513922083" sldId="258"/>
        </pc:sldMkLst>
        <pc:picChg chg="add mod">
          <ac:chgData name="Mahesh Chowdary" userId="438a3ffe85f3f198" providerId="Windows Live" clId="Web-{D7A95D96-5C2E-4B35-B68E-316D8E3D66DC}" dt="2021-05-15T05:02:00.961" v="50" actId="14100"/>
          <ac:picMkLst>
            <pc:docMk/>
            <pc:sldMk cId="513922083" sldId="258"/>
            <ac:picMk id="2" creationId="{300CD27D-B35E-4853-B2F9-64E99C335BBC}"/>
          </ac:picMkLst>
        </pc:picChg>
      </pc:sldChg>
      <pc:sldChg chg="modSp new">
        <pc:chgData name="Mahesh Chowdary" userId="438a3ffe85f3f198" providerId="Windows Live" clId="Web-{D7A95D96-5C2E-4B35-B68E-316D8E3D66DC}" dt="2021-05-15T05:26:57.966" v="124" actId="20577"/>
        <pc:sldMkLst>
          <pc:docMk/>
          <pc:sldMk cId="2740791244" sldId="259"/>
        </pc:sldMkLst>
        <pc:spChg chg="mod">
          <ac:chgData name="Mahesh Chowdary" userId="438a3ffe85f3f198" providerId="Windows Live" clId="Web-{D7A95D96-5C2E-4B35-B68E-316D8E3D66DC}" dt="2021-05-15T05:25:24.839" v="111" actId="1076"/>
          <ac:spMkLst>
            <pc:docMk/>
            <pc:sldMk cId="2740791244" sldId="259"/>
            <ac:spMk id="2" creationId="{82839FA2-9A30-4B1A-BCBC-CBEAC3412414}"/>
          </ac:spMkLst>
        </pc:spChg>
        <pc:spChg chg="mod">
          <ac:chgData name="Mahesh Chowdary" userId="438a3ffe85f3f198" providerId="Windows Live" clId="Web-{D7A95D96-5C2E-4B35-B68E-316D8E3D66DC}" dt="2021-05-15T05:26:57.966" v="124" actId="20577"/>
          <ac:spMkLst>
            <pc:docMk/>
            <pc:sldMk cId="2740791244" sldId="259"/>
            <ac:spMk id="3" creationId="{CA0B982F-998A-4AB8-8070-1D1663C52F55}"/>
          </ac:spMkLst>
        </pc:spChg>
      </pc:sldChg>
      <pc:sldMasterChg chg="del delSldLayout">
        <pc:chgData name="Mahesh Chowdary" userId="438a3ffe85f3f198" providerId="Windows Live" clId="Web-{D7A95D96-5C2E-4B35-B68E-316D8E3D66DC}" dt="2021-05-15T04:33:54.177" v="0"/>
        <pc:sldMasterMkLst>
          <pc:docMk/>
          <pc:sldMasterMk cId="2460954070" sldId="2147483660"/>
        </pc:sldMasterMkLst>
        <pc:sldLayoutChg chg="del">
          <pc:chgData name="Mahesh Chowdary" userId="438a3ffe85f3f198" providerId="Windows Live" clId="Web-{D7A95D96-5C2E-4B35-B68E-316D8E3D66DC}" dt="2021-05-15T04:33:54.177" v="0"/>
          <pc:sldLayoutMkLst>
            <pc:docMk/>
            <pc:sldMasterMk cId="2460954070" sldId="2147483660"/>
            <pc:sldLayoutMk cId="2385387890" sldId="2147483661"/>
          </pc:sldLayoutMkLst>
        </pc:sldLayoutChg>
        <pc:sldLayoutChg chg="del">
          <pc:chgData name="Mahesh Chowdary" userId="438a3ffe85f3f198" providerId="Windows Live" clId="Web-{D7A95D96-5C2E-4B35-B68E-316D8E3D66DC}" dt="2021-05-15T04:33:54.177" v="0"/>
          <pc:sldLayoutMkLst>
            <pc:docMk/>
            <pc:sldMasterMk cId="2460954070" sldId="2147483660"/>
            <pc:sldLayoutMk cId="949138452" sldId="2147483662"/>
          </pc:sldLayoutMkLst>
        </pc:sldLayoutChg>
        <pc:sldLayoutChg chg="del">
          <pc:chgData name="Mahesh Chowdary" userId="438a3ffe85f3f198" providerId="Windows Live" clId="Web-{D7A95D96-5C2E-4B35-B68E-316D8E3D66DC}" dt="2021-05-15T04:33:54.177" v="0"/>
          <pc:sldLayoutMkLst>
            <pc:docMk/>
            <pc:sldMasterMk cId="2460954070" sldId="2147483660"/>
            <pc:sldLayoutMk cId="2591524520" sldId="2147483663"/>
          </pc:sldLayoutMkLst>
        </pc:sldLayoutChg>
        <pc:sldLayoutChg chg="del">
          <pc:chgData name="Mahesh Chowdary" userId="438a3ffe85f3f198" providerId="Windows Live" clId="Web-{D7A95D96-5C2E-4B35-B68E-316D8E3D66DC}" dt="2021-05-15T04:33:54.177" v="0"/>
          <pc:sldLayoutMkLst>
            <pc:docMk/>
            <pc:sldMasterMk cId="2460954070" sldId="2147483660"/>
            <pc:sldLayoutMk cId="1203092039" sldId="2147483664"/>
          </pc:sldLayoutMkLst>
        </pc:sldLayoutChg>
        <pc:sldLayoutChg chg="del">
          <pc:chgData name="Mahesh Chowdary" userId="438a3ffe85f3f198" providerId="Windows Live" clId="Web-{D7A95D96-5C2E-4B35-B68E-316D8E3D66DC}" dt="2021-05-15T04:33:54.177" v="0"/>
          <pc:sldLayoutMkLst>
            <pc:docMk/>
            <pc:sldMasterMk cId="2460954070" sldId="2147483660"/>
            <pc:sldLayoutMk cId="3733172339" sldId="2147483665"/>
          </pc:sldLayoutMkLst>
        </pc:sldLayoutChg>
        <pc:sldLayoutChg chg="del">
          <pc:chgData name="Mahesh Chowdary" userId="438a3ffe85f3f198" providerId="Windows Live" clId="Web-{D7A95D96-5C2E-4B35-B68E-316D8E3D66DC}" dt="2021-05-15T04:33:54.177" v="0"/>
          <pc:sldLayoutMkLst>
            <pc:docMk/>
            <pc:sldMasterMk cId="2460954070" sldId="2147483660"/>
            <pc:sldLayoutMk cId="3210312558" sldId="2147483666"/>
          </pc:sldLayoutMkLst>
        </pc:sldLayoutChg>
        <pc:sldLayoutChg chg="del">
          <pc:chgData name="Mahesh Chowdary" userId="438a3ffe85f3f198" providerId="Windows Live" clId="Web-{D7A95D96-5C2E-4B35-B68E-316D8E3D66DC}" dt="2021-05-15T04:33:54.177" v="0"/>
          <pc:sldLayoutMkLst>
            <pc:docMk/>
            <pc:sldMasterMk cId="2460954070" sldId="2147483660"/>
            <pc:sldLayoutMk cId="3146388984" sldId="2147483667"/>
          </pc:sldLayoutMkLst>
        </pc:sldLayoutChg>
        <pc:sldLayoutChg chg="del">
          <pc:chgData name="Mahesh Chowdary" userId="438a3ffe85f3f198" providerId="Windows Live" clId="Web-{D7A95D96-5C2E-4B35-B68E-316D8E3D66DC}" dt="2021-05-15T04:33:54.177" v="0"/>
          <pc:sldLayoutMkLst>
            <pc:docMk/>
            <pc:sldMasterMk cId="2460954070" sldId="2147483660"/>
            <pc:sldLayoutMk cId="3171841454" sldId="2147483668"/>
          </pc:sldLayoutMkLst>
        </pc:sldLayoutChg>
        <pc:sldLayoutChg chg="del">
          <pc:chgData name="Mahesh Chowdary" userId="438a3ffe85f3f198" providerId="Windows Live" clId="Web-{D7A95D96-5C2E-4B35-B68E-316D8E3D66DC}" dt="2021-05-15T04:33:54.177" v="0"/>
          <pc:sldLayoutMkLst>
            <pc:docMk/>
            <pc:sldMasterMk cId="2460954070" sldId="2147483660"/>
            <pc:sldLayoutMk cId="1718958274" sldId="2147483669"/>
          </pc:sldLayoutMkLst>
        </pc:sldLayoutChg>
        <pc:sldLayoutChg chg="del">
          <pc:chgData name="Mahesh Chowdary" userId="438a3ffe85f3f198" providerId="Windows Live" clId="Web-{D7A95D96-5C2E-4B35-B68E-316D8E3D66DC}" dt="2021-05-15T04:33:54.177" v="0"/>
          <pc:sldLayoutMkLst>
            <pc:docMk/>
            <pc:sldMasterMk cId="2460954070" sldId="2147483660"/>
            <pc:sldLayoutMk cId="2202905451" sldId="2147483670"/>
          </pc:sldLayoutMkLst>
        </pc:sldLayoutChg>
        <pc:sldLayoutChg chg="del">
          <pc:chgData name="Mahesh Chowdary" userId="438a3ffe85f3f198" providerId="Windows Live" clId="Web-{D7A95D96-5C2E-4B35-B68E-316D8E3D66DC}" dt="2021-05-15T04:33:54.177" v="0"/>
          <pc:sldLayoutMkLst>
            <pc:docMk/>
            <pc:sldMasterMk cId="2460954070" sldId="2147483660"/>
            <pc:sldLayoutMk cId="3479445657" sldId="2147483671"/>
          </pc:sldLayoutMkLst>
        </pc:sldLayoutChg>
      </pc:sldMasterChg>
      <pc:sldMasterChg chg="add replId addSldLayout">
        <pc:chgData name="Mahesh Chowdary" userId="438a3ffe85f3f198" providerId="Windows Live" clId="Web-{D7A95D96-5C2E-4B35-B68E-316D8E3D66DC}" dt="2021-05-15T04:33:54.177" v="0"/>
        <pc:sldMasterMkLst>
          <pc:docMk/>
          <pc:sldMasterMk cId="2202873372" sldId="2147483672"/>
        </pc:sldMasterMkLst>
        <pc:sldLayoutChg chg="add">
          <pc:chgData name="Mahesh Chowdary" userId="438a3ffe85f3f198" providerId="Windows Live" clId="Web-{D7A95D96-5C2E-4B35-B68E-316D8E3D66DC}" dt="2021-05-15T04:33:54.177" v="0"/>
          <pc:sldLayoutMkLst>
            <pc:docMk/>
            <pc:sldMasterMk cId="2202873372" sldId="2147483672"/>
            <pc:sldLayoutMk cId="3516848551" sldId="2147483673"/>
          </pc:sldLayoutMkLst>
        </pc:sldLayoutChg>
        <pc:sldLayoutChg chg="add replId">
          <pc:chgData name="Mahesh Chowdary" userId="438a3ffe85f3f198" providerId="Windows Live" clId="Web-{D7A95D96-5C2E-4B35-B68E-316D8E3D66DC}" dt="2021-05-15T04:33:54.177" v="0"/>
          <pc:sldLayoutMkLst>
            <pc:docMk/>
            <pc:sldMasterMk cId="2202873372" sldId="2147483672"/>
            <pc:sldLayoutMk cId="1927623460" sldId="2147483674"/>
          </pc:sldLayoutMkLst>
        </pc:sldLayoutChg>
        <pc:sldLayoutChg chg="add replId">
          <pc:chgData name="Mahesh Chowdary" userId="438a3ffe85f3f198" providerId="Windows Live" clId="Web-{D7A95D96-5C2E-4B35-B68E-316D8E3D66DC}" dt="2021-05-15T04:33:54.177" v="0"/>
          <pc:sldLayoutMkLst>
            <pc:docMk/>
            <pc:sldMasterMk cId="2202873372" sldId="2147483672"/>
            <pc:sldLayoutMk cId="2505312868" sldId="2147483675"/>
          </pc:sldLayoutMkLst>
        </pc:sldLayoutChg>
        <pc:sldLayoutChg chg="add replId">
          <pc:chgData name="Mahesh Chowdary" userId="438a3ffe85f3f198" providerId="Windows Live" clId="Web-{D7A95D96-5C2E-4B35-B68E-316D8E3D66DC}" dt="2021-05-15T04:33:54.177" v="0"/>
          <pc:sldLayoutMkLst>
            <pc:docMk/>
            <pc:sldMasterMk cId="2202873372" sldId="2147483672"/>
            <pc:sldLayoutMk cId="2421314463" sldId="2147483676"/>
          </pc:sldLayoutMkLst>
        </pc:sldLayoutChg>
        <pc:sldLayoutChg chg="add replId">
          <pc:chgData name="Mahesh Chowdary" userId="438a3ffe85f3f198" providerId="Windows Live" clId="Web-{D7A95D96-5C2E-4B35-B68E-316D8E3D66DC}" dt="2021-05-15T04:33:54.177" v="0"/>
          <pc:sldLayoutMkLst>
            <pc:docMk/>
            <pc:sldMasterMk cId="2202873372" sldId="2147483672"/>
            <pc:sldLayoutMk cId="346774495" sldId="2147483677"/>
          </pc:sldLayoutMkLst>
        </pc:sldLayoutChg>
        <pc:sldLayoutChg chg="add replId">
          <pc:chgData name="Mahesh Chowdary" userId="438a3ffe85f3f198" providerId="Windows Live" clId="Web-{D7A95D96-5C2E-4B35-B68E-316D8E3D66DC}" dt="2021-05-15T04:33:54.177" v="0"/>
          <pc:sldLayoutMkLst>
            <pc:docMk/>
            <pc:sldMasterMk cId="2202873372" sldId="2147483672"/>
            <pc:sldLayoutMk cId="3533917184" sldId="2147483678"/>
          </pc:sldLayoutMkLst>
        </pc:sldLayoutChg>
        <pc:sldLayoutChg chg="add replId">
          <pc:chgData name="Mahesh Chowdary" userId="438a3ffe85f3f198" providerId="Windows Live" clId="Web-{D7A95D96-5C2E-4B35-B68E-316D8E3D66DC}" dt="2021-05-15T04:33:54.177" v="0"/>
          <pc:sldLayoutMkLst>
            <pc:docMk/>
            <pc:sldMasterMk cId="2202873372" sldId="2147483672"/>
            <pc:sldLayoutMk cId="1909231635" sldId="2147483679"/>
          </pc:sldLayoutMkLst>
        </pc:sldLayoutChg>
        <pc:sldLayoutChg chg="add replId">
          <pc:chgData name="Mahesh Chowdary" userId="438a3ffe85f3f198" providerId="Windows Live" clId="Web-{D7A95D96-5C2E-4B35-B68E-316D8E3D66DC}" dt="2021-05-15T04:33:54.177" v="0"/>
          <pc:sldLayoutMkLst>
            <pc:docMk/>
            <pc:sldMasterMk cId="2202873372" sldId="2147483672"/>
            <pc:sldLayoutMk cId="2063127460" sldId="2147483680"/>
          </pc:sldLayoutMkLst>
        </pc:sldLayoutChg>
        <pc:sldLayoutChg chg="add replId">
          <pc:chgData name="Mahesh Chowdary" userId="438a3ffe85f3f198" providerId="Windows Live" clId="Web-{D7A95D96-5C2E-4B35-B68E-316D8E3D66DC}" dt="2021-05-15T04:33:54.177" v="0"/>
          <pc:sldLayoutMkLst>
            <pc:docMk/>
            <pc:sldMasterMk cId="2202873372" sldId="2147483672"/>
            <pc:sldLayoutMk cId="427555490" sldId="2147483681"/>
          </pc:sldLayoutMkLst>
        </pc:sldLayoutChg>
        <pc:sldLayoutChg chg="add replId">
          <pc:chgData name="Mahesh Chowdary" userId="438a3ffe85f3f198" providerId="Windows Live" clId="Web-{D7A95D96-5C2E-4B35-B68E-316D8E3D66DC}" dt="2021-05-15T04:33:54.177" v="0"/>
          <pc:sldLayoutMkLst>
            <pc:docMk/>
            <pc:sldMasterMk cId="2202873372" sldId="2147483672"/>
            <pc:sldLayoutMk cId="2387127391" sldId="2147483682"/>
          </pc:sldLayoutMkLst>
        </pc:sldLayoutChg>
        <pc:sldLayoutChg chg="add replId">
          <pc:chgData name="Mahesh Chowdary" userId="438a3ffe85f3f198" providerId="Windows Live" clId="Web-{D7A95D96-5C2E-4B35-B68E-316D8E3D66DC}" dt="2021-05-15T04:33:54.177" v="0"/>
          <pc:sldLayoutMkLst>
            <pc:docMk/>
            <pc:sldMasterMk cId="2202873372" sldId="2147483672"/>
            <pc:sldLayoutMk cId="2249917237" sldId="2147483683"/>
          </pc:sldLayoutMkLst>
        </pc:sldLayoutChg>
      </pc:sldMasterChg>
    </pc:docChg>
  </pc:docChgLst>
  <pc:docChgLst>
    <pc:chgData name="Mahesh Chowdary" userId="438a3ffe85f3f198" providerId="Windows Live" clId="Web-{E9B16288-56FC-484E-BC12-C68A1A7A56A7}"/>
    <pc:docChg chg="addSld delSld modSld sldOrd">
      <pc:chgData name="Mahesh Chowdary" userId="438a3ffe85f3f198" providerId="Windows Live" clId="Web-{E9B16288-56FC-484E-BC12-C68A1A7A56A7}" dt="2021-05-16T07:25:54.547" v="707" actId="14100"/>
      <pc:docMkLst>
        <pc:docMk/>
      </pc:docMkLst>
      <pc:sldChg chg="addSp delSp modSp new">
        <pc:chgData name="Mahesh Chowdary" userId="438a3ffe85f3f198" providerId="Windows Live" clId="Web-{E9B16288-56FC-484E-BC12-C68A1A7A56A7}" dt="2021-05-16T06:06:56.096" v="514" actId="20577"/>
        <pc:sldMkLst>
          <pc:docMk/>
          <pc:sldMk cId="2061173568" sldId="260"/>
        </pc:sldMkLst>
        <pc:spChg chg="mod">
          <ac:chgData name="Mahesh Chowdary" userId="438a3ffe85f3f198" providerId="Windows Live" clId="Web-{E9B16288-56FC-484E-BC12-C68A1A7A56A7}" dt="2021-05-16T06:06:56.096" v="514" actId="20577"/>
          <ac:spMkLst>
            <pc:docMk/>
            <pc:sldMk cId="2061173568" sldId="260"/>
            <ac:spMk id="2" creationId="{4A043E17-30F3-4926-AA21-DB1B834189C2}"/>
          </ac:spMkLst>
        </pc:spChg>
        <pc:spChg chg="del">
          <ac:chgData name="Mahesh Chowdary" userId="438a3ffe85f3f198" providerId="Windows Live" clId="Web-{E9B16288-56FC-484E-BC12-C68A1A7A56A7}" dt="2021-05-16T05:44:56.754" v="300"/>
          <ac:spMkLst>
            <pc:docMk/>
            <pc:sldMk cId="2061173568" sldId="260"/>
            <ac:spMk id="3" creationId="{A854674A-F0CF-4291-BAF0-07A9F4FFA154}"/>
          </ac:spMkLst>
        </pc:spChg>
        <pc:spChg chg="add mod">
          <ac:chgData name="Mahesh Chowdary" userId="438a3ffe85f3f198" providerId="Windows Live" clId="Web-{E9B16288-56FC-484E-BC12-C68A1A7A56A7}" dt="2021-05-16T05:51:15.390" v="358" actId="1076"/>
          <ac:spMkLst>
            <pc:docMk/>
            <pc:sldMk cId="2061173568" sldId="260"/>
            <ac:spMk id="5" creationId="{02CC8282-CD5F-4D47-9C4F-1CB77FC67408}"/>
          </ac:spMkLst>
        </pc:spChg>
        <pc:picChg chg="add mod ord">
          <ac:chgData name="Mahesh Chowdary" userId="438a3ffe85f3f198" providerId="Windows Live" clId="Web-{E9B16288-56FC-484E-BC12-C68A1A7A56A7}" dt="2021-05-16T05:45:33.148" v="308"/>
          <ac:picMkLst>
            <pc:docMk/>
            <pc:sldMk cId="2061173568" sldId="260"/>
            <ac:picMk id="4" creationId="{4418B608-B0BA-4485-BF44-3EF42F0EA431}"/>
          </ac:picMkLst>
        </pc:picChg>
      </pc:sldChg>
      <pc:sldChg chg="addSp delSp modSp add replId">
        <pc:chgData name="Mahesh Chowdary" userId="438a3ffe85f3f198" providerId="Windows Live" clId="Web-{E9B16288-56FC-484E-BC12-C68A1A7A56A7}" dt="2021-05-16T05:17:36.435" v="192" actId="14100"/>
        <pc:sldMkLst>
          <pc:docMk/>
          <pc:sldMk cId="1082790977" sldId="261"/>
        </pc:sldMkLst>
        <pc:spChg chg="del">
          <ac:chgData name="Mahesh Chowdary" userId="438a3ffe85f3f198" providerId="Windows Live" clId="Web-{E9B16288-56FC-484E-BC12-C68A1A7A56A7}" dt="2021-05-16T04:51:25.747" v="2"/>
          <ac:spMkLst>
            <pc:docMk/>
            <pc:sldMk cId="1082790977" sldId="261"/>
            <ac:spMk id="2" creationId="{82839FA2-9A30-4B1A-BCBC-CBEAC3412414}"/>
          </ac:spMkLst>
        </pc:spChg>
        <pc:spChg chg="del">
          <ac:chgData name="Mahesh Chowdary" userId="438a3ffe85f3f198" providerId="Windows Live" clId="Web-{E9B16288-56FC-484E-BC12-C68A1A7A56A7}" dt="2021-05-16T04:51:46.028" v="5"/>
          <ac:spMkLst>
            <pc:docMk/>
            <pc:sldMk cId="1082790977" sldId="261"/>
            <ac:spMk id="3" creationId="{CA0B982F-998A-4AB8-8070-1D1663C52F55}"/>
          </ac:spMkLst>
        </pc:spChg>
        <pc:spChg chg="add del mod">
          <ac:chgData name="Mahesh Chowdary" userId="438a3ffe85f3f198" providerId="Windows Live" clId="Web-{E9B16288-56FC-484E-BC12-C68A1A7A56A7}" dt="2021-05-16T05:17:04.934" v="187" actId="1076"/>
          <ac:spMkLst>
            <pc:docMk/>
            <pc:sldMk cId="1082790977" sldId="261"/>
            <ac:spMk id="6" creationId="{E284E046-0EC9-4EB1-9978-B5F427EFDF00}"/>
          </ac:spMkLst>
        </pc:spChg>
        <pc:spChg chg="add mod">
          <ac:chgData name="Mahesh Chowdary" userId="438a3ffe85f3f198" providerId="Windows Live" clId="Web-{E9B16288-56FC-484E-BC12-C68A1A7A56A7}" dt="2021-05-16T05:17:18.200" v="188" actId="1076"/>
          <ac:spMkLst>
            <pc:docMk/>
            <pc:sldMk cId="1082790977" sldId="261"/>
            <ac:spMk id="8" creationId="{5BAF9A0D-1DF9-4DB8-A4B0-F27440A06E69}"/>
          </ac:spMkLst>
        </pc:spChg>
        <pc:picChg chg="mod">
          <ac:chgData name="Mahesh Chowdary" userId="438a3ffe85f3f198" providerId="Windows Live" clId="Web-{E9B16288-56FC-484E-BC12-C68A1A7A56A7}" dt="2021-05-16T04:51:32.090" v="4" actId="1076"/>
          <ac:picMkLst>
            <pc:docMk/>
            <pc:sldMk cId="1082790977" sldId="261"/>
            <ac:picMk id="4" creationId="{E912BDC0-D630-4AEF-B25F-6205877827B1}"/>
          </ac:picMkLst>
        </pc:picChg>
        <pc:picChg chg="add mod">
          <ac:chgData name="Mahesh Chowdary" userId="438a3ffe85f3f198" providerId="Windows Live" clId="Web-{E9B16288-56FC-484E-BC12-C68A1A7A56A7}" dt="2021-05-16T05:17:36.435" v="192" actId="14100"/>
          <ac:picMkLst>
            <pc:docMk/>
            <pc:sldMk cId="1082790977" sldId="261"/>
            <ac:picMk id="9" creationId="{7967B106-8B58-4289-85D6-A19FA743AFFF}"/>
          </ac:picMkLst>
        </pc:picChg>
      </pc:sldChg>
      <pc:sldChg chg="addSp delSp modSp add ord replId">
        <pc:chgData name="Mahesh Chowdary" userId="438a3ffe85f3f198" providerId="Windows Live" clId="Web-{E9B16288-56FC-484E-BC12-C68A1A7A56A7}" dt="2021-05-16T05:03:22.652" v="103" actId="1076"/>
        <pc:sldMkLst>
          <pc:docMk/>
          <pc:sldMk cId="1418691243" sldId="262"/>
        </pc:sldMkLst>
        <pc:spChg chg="del">
          <ac:chgData name="Mahesh Chowdary" userId="438a3ffe85f3f198" providerId="Windows Live" clId="Web-{E9B16288-56FC-484E-BC12-C68A1A7A56A7}" dt="2021-05-16T04:58:43.536" v="11"/>
          <ac:spMkLst>
            <pc:docMk/>
            <pc:sldMk cId="1418691243" sldId="262"/>
            <ac:spMk id="2" creationId="{CEC39EE8-FAD1-4B65-B401-EC9EA23D9CAC}"/>
          </ac:spMkLst>
        </pc:spChg>
        <pc:spChg chg="del">
          <ac:chgData name="Mahesh Chowdary" userId="438a3ffe85f3f198" providerId="Windows Live" clId="Web-{E9B16288-56FC-484E-BC12-C68A1A7A56A7}" dt="2021-05-16T04:58:50.177" v="12"/>
          <ac:spMkLst>
            <pc:docMk/>
            <pc:sldMk cId="1418691243" sldId="262"/>
            <ac:spMk id="3" creationId="{D246588A-8DFC-476C-BE45-68D9DE23FCAD}"/>
          </ac:spMkLst>
        </pc:spChg>
        <pc:spChg chg="add mod">
          <ac:chgData name="Mahesh Chowdary" userId="438a3ffe85f3f198" providerId="Windows Live" clId="Web-{E9B16288-56FC-484E-BC12-C68A1A7A56A7}" dt="2021-05-16T05:00:06.352" v="27" actId="20577"/>
          <ac:spMkLst>
            <pc:docMk/>
            <pc:sldMk cId="1418691243" sldId="262"/>
            <ac:spMk id="5" creationId="{1FC8ADB7-131A-495D-B063-CE7D2E484523}"/>
          </ac:spMkLst>
        </pc:spChg>
        <pc:spChg chg="add mod">
          <ac:chgData name="Mahesh Chowdary" userId="438a3ffe85f3f198" providerId="Windows Live" clId="Web-{E9B16288-56FC-484E-BC12-C68A1A7A56A7}" dt="2021-05-16T05:03:22.652" v="103" actId="1076"/>
          <ac:spMkLst>
            <pc:docMk/>
            <pc:sldMk cId="1418691243" sldId="262"/>
            <ac:spMk id="8" creationId="{8E4D313B-8608-46E2-9BF6-850BBB0CA801}"/>
          </ac:spMkLst>
        </pc:spChg>
      </pc:sldChg>
      <pc:sldChg chg="addSp delSp modSp add ord replId">
        <pc:chgData name="Mahesh Chowdary" userId="438a3ffe85f3f198" providerId="Windows Live" clId="Web-{E9B16288-56FC-484E-BC12-C68A1A7A56A7}" dt="2021-05-16T05:31:00.169" v="296" actId="20577"/>
        <pc:sldMkLst>
          <pc:docMk/>
          <pc:sldMk cId="778630838" sldId="263"/>
        </pc:sldMkLst>
        <pc:spChg chg="add mod">
          <ac:chgData name="Mahesh Chowdary" userId="438a3ffe85f3f198" providerId="Windows Live" clId="Web-{E9B16288-56FC-484E-BC12-C68A1A7A56A7}" dt="2021-05-16T05:23:13.832" v="222" actId="1076"/>
          <ac:spMkLst>
            <pc:docMk/>
            <pc:sldMk cId="778630838" sldId="263"/>
            <ac:spMk id="3" creationId="{041F7E09-1190-44E8-AF39-7B3A4432E03B}"/>
          </ac:spMkLst>
        </pc:spChg>
        <pc:spChg chg="del">
          <ac:chgData name="Mahesh Chowdary" userId="438a3ffe85f3f198" providerId="Windows Live" clId="Web-{E9B16288-56FC-484E-BC12-C68A1A7A56A7}" dt="2021-05-16T05:20:10.797" v="195"/>
          <ac:spMkLst>
            <pc:docMk/>
            <pc:sldMk cId="778630838" sldId="263"/>
            <ac:spMk id="5" creationId="{1FC8ADB7-131A-495D-B063-CE7D2E484523}"/>
          </ac:spMkLst>
        </pc:spChg>
        <pc:spChg chg="add mod">
          <ac:chgData name="Mahesh Chowdary" userId="438a3ffe85f3f198" providerId="Windows Live" clId="Web-{E9B16288-56FC-484E-BC12-C68A1A7A56A7}" dt="2021-05-16T05:31:00.169" v="296" actId="20577"/>
          <ac:spMkLst>
            <pc:docMk/>
            <pc:sldMk cId="778630838" sldId="263"/>
            <ac:spMk id="6" creationId="{14D7CC39-FE35-4562-87DC-71A22F5E381E}"/>
          </ac:spMkLst>
        </pc:spChg>
        <pc:spChg chg="del">
          <ac:chgData name="Mahesh Chowdary" userId="438a3ffe85f3f198" providerId="Windows Live" clId="Web-{E9B16288-56FC-484E-BC12-C68A1A7A56A7}" dt="2021-05-16T05:20:11.422" v="196"/>
          <ac:spMkLst>
            <pc:docMk/>
            <pc:sldMk cId="778630838" sldId="263"/>
            <ac:spMk id="8" creationId="{8E4D313B-8608-46E2-9BF6-850BBB0CA801}"/>
          </ac:spMkLst>
        </pc:spChg>
        <pc:picChg chg="mod">
          <ac:chgData name="Mahesh Chowdary" userId="438a3ffe85f3f198" providerId="Windows Live" clId="Web-{E9B16288-56FC-484E-BC12-C68A1A7A56A7}" dt="2021-05-16T05:20:11.828" v="198" actId="1076"/>
          <ac:picMkLst>
            <pc:docMk/>
            <pc:sldMk cId="778630838" sldId="263"/>
            <ac:picMk id="7" creationId="{40EE8801-418B-455B-9205-84406C67B72A}"/>
          </ac:picMkLst>
        </pc:picChg>
      </pc:sldChg>
      <pc:sldChg chg="modSp add replId">
        <pc:chgData name="Mahesh Chowdary" userId="438a3ffe85f3f198" providerId="Windows Live" clId="Web-{E9B16288-56FC-484E-BC12-C68A1A7A56A7}" dt="2021-05-16T05:31:33.794" v="299" actId="20577"/>
        <pc:sldMkLst>
          <pc:docMk/>
          <pc:sldMk cId="4159065753" sldId="264"/>
        </pc:sldMkLst>
        <pc:spChg chg="mod">
          <ac:chgData name="Mahesh Chowdary" userId="438a3ffe85f3f198" providerId="Windows Live" clId="Web-{E9B16288-56FC-484E-BC12-C68A1A7A56A7}" dt="2021-05-16T05:31:33.794" v="299" actId="20577"/>
          <ac:spMkLst>
            <pc:docMk/>
            <pc:sldMk cId="4159065753" sldId="264"/>
            <ac:spMk id="6" creationId="{14D7CC39-FE35-4562-87DC-71A22F5E381E}"/>
          </ac:spMkLst>
        </pc:spChg>
      </pc:sldChg>
      <pc:sldChg chg="addSp delSp modSp new del">
        <pc:chgData name="Mahesh Chowdary" userId="438a3ffe85f3f198" providerId="Windows Live" clId="Web-{E9B16288-56FC-484E-BC12-C68A1A7A56A7}" dt="2021-05-16T05:57:09.834" v="370"/>
        <pc:sldMkLst>
          <pc:docMk/>
          <pc:sldMk cId="1737832250" sldId="265"/>
        </pc:sldMkLst>
        <pc:picChg chg="add del mod">
          <ac:chgData name="Mahesh Chowdary" userId="438a3ffe85f3f198" providerId="Windows Live" clId="Web-{E9B16288-56FC-484E-BC12-C68A1A7A56A7}" dt="2021-05-16T05:57:01.881" v="369"/>
          <ac:picMkLst>
            <pc:docMk/>
            <pc:sldMk cId="1737832250" sldId="265"/>
            <ac:picMk id="2" creationId="{39F1036B-4739-42E3-986E-7C32E1D415E2}"/>
          </ac:picMkLst>
        </pc:picChg>
      </pc:sldChg>
      <pc:sldChg chg="addSp modSp add replId">
        <pc:chgData name="Mahesh Chowdary" userId="438a3ffe85f3f198" providerId="Windows Live" clId="Web-{E9B16288-56FC-484E-BC12-C68A1A7A56A7}" dt="2021-05-16T06:06:25.814" v="511" actId="20577"/>
        <pc:sldMkLst>
          <pc:docMk/>
          <pc:sldMk cId="2286182747" sldId="265"/>
        </pc:sldMkLst>
        <pc:spChg chg="mod">
          <ac:chgData name="Mahesh Chowdary" userId="438a3ffe85f3f198" providerId="Windows Live" clId="Web-{E9B16288-56FC-484E-BC12-C68A1A7A56A7}" dt="2021-05-16T06:06:25.814" v="511" actId="20577"/>
          <ac:spMkLst>
            <pc:docMk/>
            <pc:sldMk cId="2286182747" sldId="265"/>
            <ac:spMk id="2" creationId="{4A043E17-30F3-4926-AA21-DB1B834189C2}"/>
          </ac:spMkLst>
        </pc:spChg>
        <pc:spChg chg="mod">
          <ac:chgData name="Mahesh Chowdary" userId="438a3ffe85f3f198" providerId="Windows Live" clId="Web-{E9B16288-56FC-484E-BC12-C68A1A7A56A7}" dt="2021-05-16T06:01:06.683" v="484" actId="1076"/>
          <ac:spMkLst>
            <pc:docMk/>
            <pc:sldMk cId="2286182747" sldId="265"/>
            <ac:spMk id="5" creationId="{02CC8282-CD5F-4D47-9C4F-1CB77FC67408}"/>
          </ac:spMkLst>
        </pc:spChg>
        <pc:picChg chg="add mod">
          <ac:chgData name="Mahesh Chowdary" userId="438a3ffe85f3f198" providerId="Windows Live" clId="Web-{E9B16288-56FC-484E-BC12-C68A1A7A56A7}" dt="2021-05-16T06:04:04.483" v="497" actId="14100"/>
          <ac:picMkLst>
            <pc:docMk/>
            <pc:sldMk cId="2286182747" sldId="265"/>
            <ac:picMk id="3" creationId="{D6509573-8199-4CB6-A1D0-40C4A3BBFE0F}"/>
          </ac:picMkLst>
        </pc:picChg>
      </pc:sldChg>
      <pc:sldChg chg="addSp delSp modSp new">
        <pc:chgData name="Mahesh Chowdary" userId="438a3ffe85f3f198" providerId="Windows Live" clId="Web-{E9B16288-56FC-484E-BC12-C68A1A7A56A7}" dt="2021-05-16T06:10:32.147" v="550" actId="1076"/>
        <pc:sldMkLst>
          <pc:docMk/>
          <pc:sldMk cId="2614449780" sldId="266"/>
        </pc:sldMkLst>
        <pc:spChg chg="mod">
          <ac:chgData name="Mahesh Chowdary" userId="438a3ffe85f3f198" providerId="Windows Live" clId="Web-{E9B16288-56FC-484E-BC12-C68A1A7A56A7}" dt="2021-05-16T06:07:56.425" v="520" actId="1076"/>
          <ac:spMkLst>
            <pc:docMk/>
            <pc:sldMk cId="2614449780" sldId="266"/>
            <ac:spMk id="2" creationId="{61069247-981F-488A-AAAF-7D67786FDCA8}"/>
          </ac:spMkLst>
        </pc:spChg>
        <pc:spChg chg="del">
          <ac:chgData name="Mahesh Chowdary" userId="438a3ffe85f3f198" providerId="Windows Live" clId="Web-{E9B16288-56FC-484E-BC12-C68A1A7A56A7}" dt="2021-05-16T06:04:59.703" v="499"/>
          <ac:spMkLst>
            <pc:docMk/>
            <pc:sldMk cId="2614449780" sldId="266"/>
            <ac:spMk id="3" creationId="{FEE75A19-314A-4B65-BA35-E22928656056}"/>
          </ac:spMkLst>
        </pc:spChg>
        <pc:spChg chg="add mod">
          <ac:chgData name="Mahesh Chowdary" userId="438a3ffe85f3f198" providerId="Windows Live" clId="Web-{E9B16288-56FC-484E-BC12-C68A1A7A56A7}" dt="2021-05-16T06:10:32.147" v="550" actId="1076"/>
          <ac:spMkLst>
            <pc:docMk/>
            <pc:sldMk cId="2614449780" sldId="266"/>
            <ac:spMk id="5" creationId="{F6683F33-ED27-47F1-993B-B242E5B6F239}"/>
          </ac:spMkLst>
        </pc:spChg>
        <pc:picChg chg="add mod ord">
          <ac:chgData name="Mahesh Chowdary" userId="438a3ffe85f3f198" providerId="Windows Live" clId="Web-{E9B16288-56FC-484E-BC12-C68A1A7A56A7}" dt="2021-05-16T06:06:00.064" v="508"/>
          <ac:picMkLst>
            <pc:docMk/>
            <pc:sldMk cId="2614449780" sldId="266"/>
            <ac:picMk id="4" creationId="{6F0EF305-EF42-407B-91EE-2D87E6A0CE17}"/>
          </ac:picMkLst>
        </pc:picChg>
      </pc:sldChg>
      <pc:sldChg chg="addSp modSp new">
        <pc:chgData name="Mahesh Chowdary" userId="438a3ffe85f3f198" providerId="Windows Live" clId="Web-{E9B16288-56FC-484E-BC12-C68A1A7A56A7}" dt="2021-05-16T06:17:49.399" v="560" actId="14100"/>
        <pc:sldMkLst>
          <pc:docMk/>
          <pc:sldMk cId="2857309661" sldId="267"/>
        </pc:sldMkLst>
        <pc:picChg chg="add mod">
          <ac:chgData name="Mahesh Chowdary" userId="438a3ffe85f3f198" providerId="Windows Live" clId="Web-{E9B16288-56FC-484E-BC12-C68A1A7A56A7}" dt="2021-05-16T06:17:49.399" v="560" actId="14100"/>
          <ac:picMkLst>
            <pc:docMk/>
            <pc:sldMk cId="2857309661" sldId="267"/>
            <ac:picMk id="2" creationId="{6F43775F-DDD3-4079-8B5E-272115E9D6A0}"/>
          </ac:picMkLst>
        </pc:picChg>
      </pc:sldChg>
      <pc:sldChg chg="addSp modSp add ord replId">
        <pc:chgData name="Mahesh Chowdary" userId="438a3ffe85f3f198" providerId="Windows Live" clId="Web-{E9B16288-56FC-484E-BC12-C68A1A7A56A7}" dt="2021-05-16T06:19:49.964" v="574"/>
        <pc:sldMkLst>
          <pc:docMk/>
          <pc:sldMk cId="2345637253" sldId="268"/>
        </pc:sldMkLst>
        <pc:picChg chg="add mod">
          <ac:chgData name="Mahesh Chowdary" userId="438a3ffe85f3f198" providerId="Windows Live" clId="Web-{E9B16288-56FC-484E-BC12-C68A1A7A56A7}" dt="2021-05-16T06:18:29.353" v="567" actId="14100"/>
          <ac:picMkLst>
            <pc:docMk/>
            <pc:sldMk cId="2345637253" sldId="268"/>
            <ac:picMk id="2" creationId="{94A9E481-F840-42FE-B387-9B5E3A39A2B6}"/>
          </ac:picMkLst>
        </pc:picChg>
      </pc:sldChg>
      <pc:sldChg chg="add del replId">
        <pc:chgData name="Mahesh Chowdary" userId="438a3ffe85f3f198" providerId="Windows Live" clId="Web-{E9B16288-56FC-484E-BC12-C68A1A7A56A7}" dt="2021-05-16T06:15:40.834" v="553"/>
        <pc:sldMkLst>
          <pc:docMk/>
          <pc:sldMk cId="3017102986" sldId="268"/>
        </pc:sldMkLst>
      </pc:sldChg>
      <pc:sldChg chg="addSp modSp add ord replId">
        <pc:chgData name="Mahesh Chowdary" userId="438a3ffe85f3f198" providerId="Windows Live" clId="Web-{E9B16288-56FC-484E-BC12-C68A1A7A56A7}" dt="2021-05-16T06:19:22.370" v="573"/>
        <pc:sldMkLst>
          <pc:docMk/>
          <pc:sldMk cId="349736314" sldId="269"/>
        </pc:sldMkLst>
        <pc:picChg chg="add mod">
          <ac:chgData name="Mahesh Chowdary" userId="438a3ffe85f3f198" providerId="Windows Live" clId="Web-{E9B16288-56FC-484E-BC12-C68A1A7A56A7}" dt="2021-05-16T06:19:03.573" v="572" actId="14100"/>
          <ac:picMkLst>
            <pc:docMk/>
            <pc:sldMk cId="349736314" sldId="269"/>
            <ac:picMk id="2" creationId="{1B55AC82-0F69-40A3-8834-AE1B8BF18F27}"/>
          </ac:picMkLst>
        </pc:picChg>
      </pc:sldChg>
      <pc:sldChg chg="addSp modSp new">
        <pc:chgData name="Mahesh Chowdary" userId="438a3ffe85f3f198" providerId="Windows Live" clId="Web-{E9B16288-56FC-484E-BC12-C68A1A7A56A7}" dt="2021-05-16T06:40:06.063" v="584" actId="14100"/>
        <pc:sldMkLst>
          <pc:docMk/>
          <pc:sldMk cId="1110160393" sldId="270"/>
        </pc:sldMkLst>
        <pc:picChg chg="add mod">
          <ac:chgData name="Mahesh Chowdary" userId="438a3ffe85f3f198" providerId="Windows Live" clId="Web-{E9B16288-56FC-484E-BC12-C68A1A7A56A7}" dt="2021-05-16T06:40:06.063" v="584" actId="14100"/>
          <ac:picMkLst>
            <pc:docMk/>
            <pc:sldMk cId="1110160393" sldId="270"/>
            <ac:picMk id="2" creationId="{F394E636-E9C4-47DA-AD07-56C40DD131D9}"/>
          </ac:picMkLst>
        </pc:picChg>
      </pc:sldChg>
      <pc:sldChg chg="addSp modSp new">
        <pc:chgData name="Mahesh Chowdary" userId="438a3ffe85f3f198" providerId="Windows Live" clId="Web-{E9B16288-56FC-484E-BC12-C68A1A7A56A7}" dt="2021-05-16T06:40:50.048" v="590" actId="14100"/>
        <pc:sldMkLst>
          <pc:docMk/>
          <pc:sldMk cId="3721244043" sldId="271"/>
        </pc:sldMkLst>
        <pc:picChg chg="add mod">
          <ac:chgData name="Mahesh Chowdary" userId="438a3ffe85f3f198" providerId="Windows Live" clId="Web-{E9B16288-56FC-484E-BC12-C68A1A7A56A7}" dt="2021-05-16T06:40:50.048" v="590" actId="14100"/>
          <ac:picMkLst>
            <pc:docMk/>
            <pc:sldMk cId="3721244043" sldId="271"/>
            <ac:picMk id="2" creationId="{5AAE9ED5-245A-4520-9F0D-45AC2B668FAB}"/>
          </ac:picMkLst>
        </pc:picChg>
      </pc:sldChg>
      <pc:sldChg chg="addSp modSp new">
        <pc:chgData name="Mahesh Chowdary" userId="438a3ffe85f3f198" providerId="Windows Live" clId="Web-{E9B16288-56FC-484E-BC12-C68A1A7A56A7}" dt="2021-05-16T06:41:26.580" v="595" actId="14100"/>
        <pc:sldMkLst>
          <pc:docMk/>
          <pc:sldMk cId="3162859799" sldId="272"/>
        </pc:sldMkLst>
        <pc:picChg chg="add mod">
          <ac:chgData name="Mahesh Chowdary" userId="438a3ffe85f3f198" providerId="Windows Live" clId="Web-{E9B16288-56FC-484E-BC12-C68A1A7A56A7}" dt="2021-05-16T06:41:26.580" v="595" actId="14100"/>
          <ac:picMkLst>
            <pc:docMk/>
            <pc:sldMk cId="3162859799" sldId="272"/>
            <ac:picMk id="2" creationId="{65FED287-A31D-44F1-864E-BC88A2B6CD0A}"/>
          </ac:picMkLst>
        </pc:picChg>
      </pc:sldChg>
      <pc:sldChg chg="addSp modSp new">
        <pc:chgData name="Mahesh Chowdary" userId="438a3ffe85f3f198" providerId="Windows Live" clId="Web-{E9B16288-56FC-484E-BC12-C68A1A7A56A7}" dt="2021-05-16T06:56:26.617" v="608" actId="14100"/>
        <pc:sldMkLst>
          <pc:docMk/>
          <pc:sldMk cId="3144876452" sldId="273"/>
        </pc:sldMkLst>
        <pc:picChg chg="add mod">
          <ac:chgData name="Mahesh Chowdary" userId="438a3ffe85f3f198" providerId="Windows Live" clId="Web-{E9B16288-56FC-484E-BC12-C68A1A7A56A7}" dt="2021-05-16T06:56:26.617" v="608" actId="14100"/>
          <ac:picMkLst>
            <pc:docMk/>
            <pc:sldMk cId="3144876452" sldId="273"/>
            <ac:picMk id="2" creationId="{F1AEAA18-C1C3-49C7-A513-DB36A7BC73CF}"/>
          </ac:picMkLst>
        </pc:picChg>
      </pc:sldChg>
      <pc:sldChg chg="addSp modSp new ord">
        <pc:chgData name="Mahesh Chowdary" userId="438a3ffe85f3f198" providerId="Windows Live" clId="Web-{E9B16288-56FC-484E-BC12-C68A1A7A56A7}" dt="2021-05-16T06:59:44.918" v="625"/>
        <pc:sldMkLst>
          <pc:docMk/>
          <pc:sldMk cId="1294366979" sldId="274"/>
        </pc:sldMkLst>
        <pc:picChg chg="add mod">
          <ac:chgData name="Mahesh Chowdary" userId="438a3ffe85f3f198" providerId="Windows Live" clId="Web-{E9B16288-56FC-484E-BC12-C68A1A7A56A7}" dt="2021-05-16T06:57:24.775" v="615" actId="14100"/>
          <ac:picMkLst>
            <pc:docMk/>
            <pc:sldMk cId="1294366979" sldId="274"/>
            <ac:picMk id="2" creationId="{BC68B983-AF35-43B8-95A0-9196878D1D62}"/>
          </ac:picMkLst>
        </pc:picChg>
      </pc:sldChg>
      <pc:sldChg chg="addSp modSp new ord">
        <pc:chgData name="Mahesh Chowdary" userId="438a3ffe85f3f198" providerId="Windows Live" clId="Web-{E9B16288-56FC-484E-BC12-C68A1A7A56A7}" dt="2021-05-16T06:59:31.606" v="624"/>
        <pc:sldMkLst>
          <pc:docMk/>
          <pc:sldMk cId="537308313" sldId="275"/>
        </pc:sldMkLst>
        <pc:picChg chg="add mod">
          <ac:chgData name="Mahesh Chowdary" userId="438a3ffe85f3f198" providerId="Windows Live" clId="Web-{E9B16288-56FC-484E-BC12-C68A1A7A56A7}" dt="2021-05-16T06:58:07.307" v="621" actId="14100"/>
          <ac:picMkLst>
            <pc:docMk/>
            <pc:sldMk cId="537308313" sldId="275"/>
            <ac:picMk id="2" creationId="{4A1BCC73-0984-4A9B-B0A9-6F71F74DA914}"/>
          </ac:picMkLst>
        </pc:picChg>
      </pc:sldChg>
      <pc:sldChg chg="addSp delSp modSp new ord">
        <pc:chgData name="Mahesh Chowdary" userId="438a3ffe85f3f198" providerId="Windows Live" clId="Web-{E9B16288-56FC-484E-BC12-C68A1A7A56A7}" dt="2021-05-16T07:01:49.109" v="636" actId="1076"/>
        <pc:sldMkLst>
          <pc:docMk/>
          <pc:sldMk cId="348494795" sldId="276"/>
        </pc:sldMkLst>
        <pc:picChg chg="add del mod">
          <ac:chgData name="Mahesh Chowdary" userId="438a3ffe85f3f198" providerId="Windows Live" clId="Web-{E9B16288-56FC-484E-BC12-C68A1A7A56A7}" dt="2021-05-16T06:58:32.276" v="623"/>
          <ac:picMkLst>
            <pc:docMk/>
            <pc:sldMk cId="348494795" sldId="276"/>
            <ac:picMk id="2" creationId="{4D36C1BE-97F3-4B65-9A26-BB0FB483075E}"/>
          </ac:picMkLst>
        </pc:picChg>
        <pc:picChg chg="add del mod">
          <ac:chgData name="Mahesh Chowdary" userId="438a3ffe85f3f198" providerId="Windows Live" clId="Web-{E9B16288-56FC-484E-BC12-C68A1A7A56A7}" dt="2021-05-16T07:00:40.216" v="628"/>
          <ac:picMkLst>
            <pc:docMk/>
            <pc:sldMk cId="348494795" sldId="276"/>
            <ac:picMk id="3" creationId="{ED44C473-412D-481D-A91F-8D2E70A056F5}"/>
          </ac:picMkLst>
        </pc:picChg>
        <pc:picChg chg="add mod">
          <ac:chgData name="Mahesh Chowdary" userId="438a3ffe85f3f198" providerId="Windows Live" clId="Web-{E9B16288-56FC-484E-BC12-C68A1A7A56A7}" dt="2021-05-16T07:01:49.109" v="636" actId="1076"/>
          <ac:picMkLst>
            <pc:docMk/>
            <pc:sldMk cId="348494795" sldId="276"/>
            <ac:picMk id="4" creationId="{6C1FEF61-97EB-435B-A7E2-C11B7AC03E71}"/>
          </ac:picMkLst>
        </pc:picChg>
      </pc:sldChg>
      <pc:sldChg chg="new">
        <pc:chgData name="Mahesh Chowdary" userId="438a3ffe85f3f198" providerId="Windows Live" clId="Web-{E9B16288-56FC-484E-BC12-C68A1A7A56A7}" dt="2021-05-16T06:54:41.333" v="600"/>
        <pc:sldMkLst>
          <pc:docMk/>
          <pc:sldMk cId="2530019669" sldId="277"/>
        </pc:sldMkLst>
      </pc:sldChg>
      <pc:sldChg chg="new del">
        <pc:chgData name="Mahesh Chowdary" userId="438a3ffe85f3f198" providerId="Windows Live" clId="Web-{E9B16288-56FC-484E-BC12-C68A1A7A56A7}" dt="2021-05-16T07:08:31.039" v="646"/>
        <pc:sldMkLst>
          <pc:docMk/>
          <pc:sldMk cId="2980237226" sldId="278"/>
        </pc:sldMkLst>
      </pc:sldChg>
      <pc:sldChg chg="addSp modSp new">
        <pc:chgData name="Mahesh Chowdary" userId="438a3ffe85f3f198" providerId="Windows Live" clId="Web-{E9B16288-56FC-484E-BC12-C68A1A7A56A7}" dt="2021-05-16T07:11:15.699" v="653" actId="14100"/>
        <pc:sldMkLst>
          <pc:docMk/>
          <pc:sldMk cId="3028311665" sldId="279"/>
        </pc:sldMkLst>
        <pc:picChg chg="add mod">
          <ac:chgData name="Mahesh Chowdary" userId="438a3ffe85f3f198" providerId="Windows Live" clId="Web-{E9B16288-56FC-484E-BC12-C68A1A7A56A7}" dt="2021-05-16T07:11:15.699" v="653" actId="14100"/>
          <ac:picMkLst>
            <pc:docMk/>
            <pc:sldMk cId="3028311665" sldId="279"/>
            <ac:picMk id="2" creationId="{A5FB12D4-F906-4A0F-80DF-70E230270EB7}"/>
          </ac:picMkLst>
        </pc:picChg>
      </pc:sldChg>
      <pc:sldChg chg="addSp modSp new">
        <pc:chgData name="Mahesh Chowdary" userId="438a3ffe85f3f198" providerId="Windows Live" clId="Web-{E9B16288-56FC-484E-BC12-C68A1A7A56A7}" dt="2021-05-16T07:12:59.373" v="665" actId="14100"/>
        <pc:sldMkLst>
          <pc:docMk/>
          <pc:sldMk cId="1751994352" sldId="280"/>
        </pc:sldMkLst>
        <pc:picChg chg="add mod">
          <ac:chgData name="Mahesh Chowdary" userId="438a3ffe85f3f198" providerId="Windows Live" clId="Web-{E9B16288-56FC-484E-BC12-C68A1A7A56A7}" dt="2021-05-16T07:12:59.373" v="665" actId="14100"/>
          <ac:picMkLst>
            <pc:docMk/>
            <pc:sldMk cId="1751994352" sldId="280"/>
            <ac:picMk id="2" creationId="{E27F7731-4619-471C-863C-DAFA685E3CA5}"/>
          </ac:picMkLst>
        </pc:picChg>
      </pc:sldChg>
      <pc:sldChg chg="addSp modSp new">
        <pc:chgData name="Mahesh Chowdary" userId="438a3ffe85f3f198" providerId="Windows Live" clId="Web-{E9B16288-56FC-484E-BC12-C68A1A7A56A7}" dt="2021-05-16T07:13:09.874" v="666" actId="14100"/>
        <pc:sldMkLst>
          <pc:docMk/>
          <pc:sldMk cId="2164146870" sldId="281"/>
        </pc:sldMkLst>
        <pc:picChg chg="add mod">
          <ac:chgData name="Mahesh Chowdary" userId="438a3ffe85f3f198" providerId="Windows Live" clId="Web-{E9B16288-56FC-484E-BC12-C68A1A7A56A7}" dt="2021-05-16T07:13:09.874" v="666" actId="14100"/>
          <ac:picMkLst>
            <pc:docMk/>
            <pc:sldMk cId="2164146870" sldId="281"/>
            <ac:picMk id="2" creationId="{D5E6CEB0-12E0-4B3F-8CD4-432D54FEAAC6}"/>
          </ac:picMkLst>
        </pc:picChg>
      </pc:sldChg>
      <pc:sldChg chg="addSp modSp new">
        <pc:chgData name="Mahesh Chowdary" userId="438a3ffe85f3f198" providerId="Windows Live" clId="Web-{E9B16288-56FC-484E-BC12-C68A1A7A56A7}" dt="2021-05-16T07:13:50.656" v="672" actId="14100"/>
        <pc:sldMkLst>
          <pc:docMk/>
          <pc:sldMk cId="1668887354" sldId="282"/>
        </pc:sldMkLst>
        <pc:picChg chg="add mod">
          <ac:chgData name="Mahesh Chowdary" userId="438a3ffe85f3f198" providerId="Windows Live" clId="Web-{E9B16288-56FC-484E-BC12-C68A1A7A56A7}" dt="2021-05-16T07:13:50.656" v="672" actId="14100"/>
          <ac:picMkLst>
            <pc:docMk/>
            <pc:sldMk cId="1668887354" sldId="282"/>
            <ac:picMk id="2" creationId="{CFAC2AC3-C938-4E32-AB3D-F1743D801F7D}"/>
          </ac:picMkLst>
        </pc:picChg>
      </pc:sldChg>
      <pc:sldChg chg="addSp modSp new">
        <pc:chgData name="Mahesh Chowdary" userId="438a3ffe85f3f198" providerId="Windows Live" clId="Web-{E9B16288-56FC-484E-BC12-C68A1A7A56A7}" dt="2021-05-16T07:14:31.438" v="679" actId="14100"/>
        <pc:sldMkLst>
          <pc:docMk/>
          <pc:sldMk cId="1632804564" sldId="283"/>
        </pc:sldMkLst>
        <pc:picChg chg="add mod">
          <ac:chgData name="Mahesh Chowdary" userId="438a3ffe85f3f198" providerId="Windows Live" clId="Web-{E9B16288-56FC-484E-BC12-C68A1A7A56A7}" dt="2021-05-16T07:14:31.438" v="679" actId="14100"/>
          <ac:picMkLst>
            <pc:docMk/>
            <pc:sldMk cId="1632804564" sldId="283"/>
            <ac:picMk id="2" creationId="{F17ABA72-455E-4701-88F5-3BD97CB52750}"/>
          </ac:picMkLst>
        </pc:picChg>
      </pc:sldChg>
      <pc:sldChg chg="addSp modSp new">
        <pc:chgData name="Mahesh Chowdary" userId="438a3ffe85f3f198" providerId="Windows Live" clId="Web-{E9B16288-56FC-484E-BC12-C68A1A7A56A7}" dt="2021-05-16T07:15:26.517" v="686" actId="14100"/>
        <pc:sldMkLst>
          <pc:docMk/>
          <pc:sldMk cId="3128098792" sldId="284"/>
        </pc:sldMkLst>
        <pc:picChg chg="add mod">
          <ac:chgData name="Mahesh Chowdary" userId="438a3ffe85f3f198" providerId="Windows Live" clId="Web-{E9B16288-56FC-484E-BC12-C68A1A7A56A7}" dt="2021-05-16T07:15:26.517" v="686" actId="14100"/>
          <ac:picMkLst>
            <pc:docMk/>
            <pc:sldMk cId="3128098792" sldId="284"/>
            <ac:picMk id="2" creationId="{31C9B301-3215-404B-9EBB-DD057C89F8F1}"/>
          </ac:picMkLst>
        </pc:picChg>
      </pc:sldChg>
      <pc:sldChg chg="addSp modSp new">
        <pc:chgData name="Mahesh Chowdary" userId="438a3ffe85f3f198" providerId="Windows Live" clId="Web-{E9B16288-56FC-484E-BC12-C68A1A7A56A7}" dt="2021-05-16T07:16:22.144" v="692" actId="14100"/>
        <pc:sldMkLst>
          <pc:docMk/>
          <pc:sldMk cId="3128863573" sldId="285"/>
        </pc:sldMkLst>
        <pc:picChg chg="add mod">
          <ac:chgData name="Mahesh Chowdary" userId="438a3ffe85f3f198" providerId="Windows Live" clId="Web-{E9B16288-56FC-484E-BC12-C68A1A7A56A7}" dt="2021-05-16T07:16:22.144" v="692" actId="14100"/>
          <ac:picMkLst>
            <pc:docMk/>
            <pc:sldMk cId="3128863573" sldId="285"/>
            <ac:picMk id="2" creationId="{AA813CD6-FFF6-4447-9F41-23B060BB68BA}"/>
          </ac:picMkLst>
        </pc:picChg>
      </pc:sldChg>
      <pc:sldChg chg="addSp modSp new">
        <pc:chgData name="Mahesh Chowdary" userId="438a3ffe85f3f198" providerId="Windows Live" clId="Web-{E9B16288-56FC-484E-BC12-C68A1A7A56A7}" dt="2021-05-16T07:17:15.113" v="699" actId="14100"/>
        <pc:sldMkLst>
          <pc:docMk/>
          <pc:sldMk cId="82272846" sldId="286"/>
        </pc:sldMkLst>
        <pc:picChg chg="add mod">
          <ac:chgData name="Mahesh Chowdary" userId="438a3ffe85f3f198" providerId="Windows Live" clId="Web-{E9B16288-56FC-484E-BC12-C68A1A7A56A7}" dt="2021-05-16T07:17:15.113" v="699" actId="14100"/>
          <ac:picMkLst>
            <pc:docMk/>
            <pc:sldMk cId="82272846" sldId="286"/>
            <ac:picMk id="2" creationId="{3C8DB2AA-0887-48C4-BE0A-A83876A157E7}"/>
          </ac:picMkLst>
        </pc:picChg>
      </pc:sldChg>
      <pc:sldChg chg="addSp delSp modSp new">
        <pc:chgData name="Mahesh Chowdary" userId="438a3ffe85f3f198" providerId="Windows Live" clId="Web-{E9B16288-56FC-484E-BC12-C68A1A7A56A7}" dt="2021-05-16T07:25:54.547" v="707" actId="14100"/>
        <pc:sldMkLst>
          <pc:docMk/>
          <pc:sldMk cId="417804521" sldId="287"/>
        </pc:sldMkLst>
        <pc:picChg chg="add del mod">
          <ac:chgData name="Mahesh Chowdary" userId="438a3ffe85f3f198" providerId="Windows Live" clId="Web-{E9B16288-56FC-484E-BC12-C68A1A7A56A7}" dt="2021-05-16T07:17:52.411" v="701"/>
          <ac:picMkLst>
            <pc:docMk/>
            <pc:sldMk cId="417804521" sldId="287"/>
            <ac:picMk id="2" creationId="{2AB697B1-50BE-4F7B-8014-C9E67E965305}"/>
          </ac:picMkLst>
        </pc:picChg>
        <pc:picChg chg="add mod">
          <ac:chgData name="Mahesh Chowdary" userId="438a3ffe85f3f198" providerId="Windows Live" clId="Web-{E9B16288-56FC-484E-BC12-C68A1A7A56A7}" dt="2021-05-16T07:25:54.547" v="707" actId="14100"/>
          <ac:picMkLst>
            <pc:docMk/>
            <pc:sldMk cId="417804521" sldId="287"/>
            <ac:picMk id="3" creationId="{F00848E9-8C63-489F-B7EB-7D4103DC9A12}"/>
          </ac:picMkLst>
        </pc:picChg>
      </pc:sldChg>
    </pc:docChg>
  </pc:docChgLst>
  <pc:docChgLst>
    <pc:chgData name="Mahesh Chowdary" userId="438a3ffe85f3f198" providerId="Windows Live" clId="Web-{CF826C4E-D2F9-40DC-A431-F2354AF542D8}"/>
    <pc:docChg chg="modSld">
      <pc:chgData name="Mahesh Chowdary" userId="438a3ffe85f3f198" providerId="Windows Live" clId="Web-{CF826C4E-D2F9-40DC-A431-F2354AF542D8}" dt="2021-05-16T08:25:56.128" v="86" actId="20577"/>
      <pc:docMkLst>
        <pc:docMk/>
      </pc:docMkLst>
      <pc:sldChg chg="modSp">
        <pc:chgData name="Mahesh Chowdary" userId="438a3ffe85f3f198" providerId="Windows Live" clId="Web-{CF826C4E-D2F9-40DC-A431-F2354AF542D8}" dt="2021-05-16T08:22:08.170" v="77" actId="20577"/>
        <pc:sldMkLst>
          <pc:docMk/>
          <pc:sldMk cId="842788384" sldId="257"/>
        </pc:sldMkLst>
        <pc:spChg chg="mod">
          <ac:chgData name="Mahesh Chowdary" userId="438a3ffe85f3f198" providerId="Windows Live" clId="Web-{CF826C4E-D2F9-40DC-A431-F2354AF542D8}" dt="2021-05-16T08:21:21.153" v="74" actId="1076"/>
          <ac:spMkLst>
            <pc:docMk/>
            <pc:sldMk cId="842788384" sldId="257"/>
            <ac:spMk id="2" creationId="{CEC39EE8-FAD1-4B65-B401-EC9EA23D9CAC}"/>
          </ac:spMkLst>
        </pc:spChg>
        <pc:spChg chg="mod">
          <ac:chgData name="Mahesh Chowdary" userId="438a3ffe85f3f198" providerId="Windows Live" clId="Web-{CF826C4E-D2F9-40DC-A431-F2354AF542D8}" dt="2021-05-16T08:22:08.170" v="77" actId="20577"/>
          <ac:spMkLst>
            <pc:docMk/>
            <pc:sldMk cId="842788384" sldId="257"/>
            <ac:spMk id="3" creationId="{D246588A-8DFC-476C-BE45-68D9DE23FCAD}"/>
          </ac:spMkLst>
        </pc:spChg>
      </pc:sldChg>
      <pc:sldChg chg="modSp">
        <pc:chgData name="Mahesh Chowdary" userId="438a3ffe85f3f198" providerId="Windows Live" clId="Web-{CF826C4E-D2F9-40DC-A431-F2354AF542D8}" dt="2021-05-16T08:17:40.352" v="55" actId="1076"/>
        <pc:sldMkLst>
          <pc:docMk/>
          <pc:sldMk cId="2061173568" sldId="260"/>
        </pc:sldMkLst>
        <pc:spChg chg="mod">
          <ac:chgData name="Mahesh Chowdary" userId="438a3ffe85f3f198" providerId="Windows Live" clId="Web-{CF826C4E-D2F9-40DC-A431-F2354AF542D8}" dt="2021-05-16T08:17:13.570" v="52" actId="1076"/>
          <ac:spMkLst>
            <pc:docMk/>
            <pc:sldMk cId="2061173568" sldId="260"/>
            <ac:spMk id="2" creationId="{4A043E17-30F3-4926-AA21-DB1B834189C2}"/>
          </ac:spMkLst>
        </pc:spChg>
        <pc:spChg chg="mod">
          <ac:chgData name="Mahesh Chowdary" userId="438a3ffe85f3f198" providerId="Windows Live" clId="Web-{CF826C4E-D2F9-40DC-A431-F2354AF542D8}" dt="2021-05-16T08:17:40.352" v="55" actId="1076"/>
          <ac:spMkLst>
            <pc:docMk/>
            <pc:sldMk cId="2061173568" sldId="260"/>
            <ac:spMk id="5" creationId="{02CC8282-CD5F-4D47-9C4F-1CB77FC67408}"/>
          </ac:spMkLst>
        </pc:spChg>
      </pc:sldChg>
      <pc:sldChg chg="modSp">
        <pc:chgData name="Mahesh Chowdary" userId="438a3ffe85f3f198" providerId="Windows Live" clId="Web-{CF826C4E-D2F9-40DC-A431-F2354AF542D8}" dt="2021-05-16T08:01:06.236" v="21" actId="1076"/>
        <pc:sldMkLst>
          <pc:docMk/>
          <pc:sldMk cId="1082790977" sldId="261"/>
        </pc:sldMkLst>
        <pc:spChg chg="mod">
          <ac:chgData name="Mahesh Chowdary" userId="438a3ffe85f3f198" providerId="Windows Live" clId="Web-{CF826C4E-D2F9-40DC-A431-F2354AF542D8}" dt="2021-05-16T08:01:03.923" v="20" actId="20577"/>
          <ac:spMkLst>
            <pc:docMk/>
            <pc:sldMk cId="1082790977" sldId="261"/>
            <ac:spMk id="8" creationId="{5BAF9A0D-1DF9-4DB8-A4B0-F27440A06E69}"/>
          </ac:spMkLst>
        </pc:spChg>
        <pc:picChg chg="mod">
          <ac:chgData name="Mahesh Chowdary" userId="438a3ffe85f3f198" providerId="Windows Live" clId="Web-{CF826C4E-D2F9-40DC-A431-F2354AF542D8}" dt="2021-05-16T08:01:06.236" v="21" actId="1076"/>
          <ac:picMkLst>
            <pc:docMk/>
            <pc:sldMk cId="1082790977" sldId="261"/>
            <ac:picMk id="9" creationId="{7967B106-8B58-4289-85D6-A19FA743AFFF}"/>
          </ac:picMkLst>
        </pc:picChg>
      </pc:sldChg>
      <pc:sldChg chg="modSp modTransition">
        <pc:chgData name="Mahesh Chowdary" userId="438a3ffe85f3f198" providerId="Windows Live" clId="Web-{CF826C4E-D2F9-40DC-A431-F2354AF542D8}" dt="2021-05-16T08:20:44.996" v="73" actId="20577"/>
        <pc:sldMkLst>
          <pc:docMk/>
          <pc:sldMk cId="1418691243" sldId="262"/>
        </pc:sldMkLst>
        <pc:spChg chg="mod">
          <ac:chgData name="Mahesh Chowdary" userId="438a3ffe85f3f198" providerId="Windows Live" clId="Web-{CF826C4E-D2F9-40DC-A431-F2354AF542D8}" dt="2021-05-16T08:20:07.058" v="70" actId="1076"/>
          <ac:spMkLst>
            <pc:docMk/>
            <pc:sldMk cId="1418691243" sldId="262"/>
            <ac:spMk id="5" creationId="{1FC8ADB7-131A-495D-B063-CE7D2E484523}"/>
          </ac:spMkLst>
        </pc:spChg>
        <pc:spChg chg="mod">
          <ac:chgData name="Mahesh Chowdary" userId="438a3ffe85f3f198" providerId="Windows Live" clId="Web-{CF826C4E-D2F9-40DC-A431-F2354AF542D8}" dt="2021-05-16T08:20:44.996" v="73" actId="20577"/>
          <ac:spMkLst>
            <pc:docMk/>
            <pc:sldMk cId="1418691243" sldId="262"/>
            <ac:spMk id="8" creationId="{8E4D313B-8608-46E2-9BF6-850BBB0CA801}"/>
          </ac:spMkLst>
        </pc:spChg>
      </pc:sldChg>
      <pc:sldChg chg="modSp">
        <pc:chgData name="Mahesh Chowdary" userId="438a3ffe85f3f198" providerId="Windows Live" clId="Web-{CF826C4E-D2F9-40DC-A431-F2354AF542D8}" dt="2021-05-16T08:19:43.307" v="68" actId="14100"/>
        <pc:sldMkLst>
          <pc:docMk/>
          <pc:sldMk cId="778630838" sldId="263"/>
        </pc:sldMkLst>
        <pc:spChg chg="mod">
          <ac:chgData name="Mahesh Chowdary" userId="438a3ffe85f3f198" providerId="Windows Live" clId="Web-{CF826C4E-D2F9-40DC-A431-F2354AF542D8}" dt="2021-05-16T08:18:40.181" v="61" actId="1076"/>
          <ac:spMkLst>
            <pc:docMk/>
            <pc:sldMk cId="778630838" sldId="263"/>
            <ac:spMk id="3" creationId="{041F7E09-1190-44E8-AF39-7B3A4432E03B}"/>
          </ac:spMkLst>
        </pc:spChg>
        <pc:spChg chg="mod">
          <ac:chgData name="Mahesh Chowdary" userId="438a3ffe85f3f198" providerId="Windows Live" clId="Web-{CF826C4E-D2F9-40DC-A431-F2354AF542D8}" dt="2021-05-16T08:19:43.307" v="68" actId="14100"/>
          <ac:spMkLst>
            <pc:docMk/>
            <pc:sldMk cId="778630838" sldId="263"/>
            <ac:spMk id="6" creationId="{14D7CC39-FE35-4562-87DC-71A22F5E381E}"/>
          </ac:spMkLst>
        </pc:spChg>
      </pc:sldChg>
      <pc:sldChg chg="modSp">
        <pc:chgData name="Mahesh Chowdary" userId="438a3ffe85f3f198" providerId="Windows Live" clId="Web-{CF826C4E-D2F9-40DC-A431-F2354AF542D8}" dt="2021-05-16T08:25:30.581" v="85" actId="1076"/>
        <pc:sldMkLst>
          <pc:docMk/>
          <pc:sldMk cId="4159065753" sldId="264"/>
        </pc:sldMkLst>
        <pc:spChg chg="mod">
          <ac:chgData name="Mahesh Chowdary" userId="438a3ffe85f3f198" providerId="Windows Live" clId="Web-{CF826C4E-D2F9-40DC-A431-F2354AF542D8}" dt="2021-05-16T08:25:30.581" v="85" actId="1076"/>
          <ac:spMkLst>
            <pc:docMk/>
            <pc:sldMk cId="4159065753" sldId="264"/>
            <ac:spMk id="3" creationId="{041F7E09-1190-44E8-AF39-7B3A4432E03B}"/>
          </ac:spMkLst>
        </pc:spChg>
        <pc:spChg chg="mod">
          <ac:chgData name="Mahesh Chowdary" userId="438a3ffe85f3f198" providerId="Windows Live" clId="Web-{CF826C4E-D2F9-40DC-A431-F2354AF542D8}" dt="2021-05-16T08:18:10.258" v="59" actId="1076"/>
          <ac:spMkLst>
            <pc:docMk/>
            <pc:sldMk cId="4159065753" sldId="264"/>
            <ac:spMk id="6" creationId="{14D7CC39-FE35-4562-87DC-71A22F5E381E}"/>
          </ac:spMkLst>
        </pc:spChg>
      </pc:sldChg>
      <pc:sldChg chg="modSp">
        <pc:chgData name="Mahesh Chowdary" userId="438a3ffe85f3f198" providerId="Windows Live" clId="Web-{CF826C4E-D2F9-40DC-A431-F2354AF542D8}" dt="2021-05-16T08:16:55.413" v="51" actId="1076"/>
        <pc:sldMkLst>
          <pc:docMk/>
          <pc:sldMk cId="2286182747" sldId="265"/>
        </pc:sldMkLst>
        <pc:spChg chg="mod">
          <ac:chgData name="Mahesh Chowdary" userId="438a3ffe85f3f198" providerId="Windows Live" clId="Web-{CF826C4E-D2F9-40DC-A431-F2354AF542D8}" dt="2021-05-16T08:16:55.413" v="51" actId="1076"/>
          <ac:spMkLst>
            <pc:docMk/>
            <pc:sldMk cId="2286182747" sldId="265"/>
            <ac:spMk id="5" creationId="{02CC8282-CD5F-4D47-9C4F-1CB77FC67408}"/>
          </ac:spMkLst>
        </pc:spChg>
      </pc:sldChg>
      <pc:sldChg chg="modSp">
        <pc:chgData name="Mahesh Chowdary" userId="438a3ffe85f3f198" providerId="Windows Live" clId="Web-{CF826C4E-D2F9-40DC-A431-F2354AF542D8}" dt="2021-05-16T08:25:56.128" v="86" actId="20577"/>
        <pc:sldMkLst>
          <pc:docMk/>
          <pc:sldMk cId="2614449780" sldId="266"/>
        </pc:sldMkLst>
        <pc:spChg chg="mod">
          <ac:chgData name="Mahesh Chowdary" userId="438a3ffe85f3f198" providerId="Windows Live" clId="Web-{CF826C4E-D2F9-40DC-A431-F2354AF542D8}" dt="2021-05-16T08:25:56.128" v="86" actId="20577"/>
          <ac:spMkLst>
            <pc:docMk/>
            <pc:sldMk cId="2614449780" sldId="266"/>
            <ac:spMk id="5" creationId="{F6683F33-ED27-47F1-993B-B242E5B6F239}"/>
          </ac:spMkLst>
        </pc:spChg>
      </pc:sldChg>
      <pc:sldChg chg="modSp">
        <pc:chgData name="Mahesh Chowdary" userId="438a3ffe85f3f198" providerId="Windows Live" clId="Web-{CF826C4E-D2F9-40DC-A431-F2354AF542D8}" dt="2021-05-16T08:16:21.569" v="49" actId="14100"/>
        <pc:sldMkLst>
          <pc:docMk/>
          <pc:sldMk cId="349736314" sldId="269"/>
        </pc:sldMkLst>
        <pc:picChg chg="mod">
          <ac:chgData name="Mahesh Chowdary" userId="438a3ffe85f3f198" providerId="Windows Live" clId="Web-{CF826C4E-D2F9-40DC-A431-F2354AF542D8}" dt="2021-05-16T08:16:21.569" v="49" actId="14100"/>
          <ac:picMkLst>
            <pc:docMk/>
            <pc:sldMk cId="349736314" sldId="269"/>
            <ac:picMk id="2" creationId="{1B55AC82-0F69-40A3-8834-AE1B8BF18F27}"/>
          </ac:picMkLst>
        </pc:picChg>
      </pc:sldChg>
      <pc:sldChg chg="modSp">
        <pc:chgData name="Mahesh Chowdary" userId="438a3ffe85f3f198" providerId="Windows Live" clId="Web-{CF826C4E-D2F9-40DC-A431-F2354AF542D8}" dt="2021-05-16T08:03:31.051" v="29" actId="14100"/>
        <pc:sldMkLst>
          <pc:docMk/>
          <pc:sldMk cId="3721244043" sldId="271"/>
        </pc:sldMkLst>
        <pc:picChg chg="mod">
          <ac:chgData name="Mahesh Chowdary" userId="438a3ffe85f3f198" providerId="Windows Live" clId="Web-{CF826C4E-D2F9-40DC-A431-F2354AF542D8}" dt="2021-05-16T08:03:31.051" v="29" actId="14100"/>
          <ac:picMkLst>
            <pc:docMk/>
            <pc:sldMk cId="3721244043" sldId="271"/>
            <ac:picMk id="2" creationId="{5AAE9ED5-245A-4520-9F0D-45AC2B668FAB}"/>
          </ac:picMkLst>
        </pc:picChg>
      </pc:sldChg>
      <pc:sldChg chg="modSp">
        <pc:chgData name="Mahesh Chowdary" userId="438a3ffe85f3f198" providerId="Windows Live" clId="Web-{CF826C4E-D2F9-40DC-A431-F2354AF542D8}" dt="2021-05-16T08:11:46.688" v="45" actId="14100"/>
        <pc:sldMkLst>
          <pc:docMk/>
          <pc:sldMk cId="3162859799" sldId="272"/>
        </pc:sldMkLst>
        <pc:picChg chg="mod">
          <ac:chgData name="Mahesh Chowdary" userId="438a3ffe85f3f198" providerId="Windows Live" clId="Web-{CF826C4E-D2F9-40DC-A431-F2354AF542D8}" dt="2021-05-16T08:11:46.688" v="45" actId="14100"/>
          <ac:picMkLst>
            <pc:docMk/>
            <pc:sldMk cId="3162859799" sldId="272"/>
            <ac:picMk id="2" creationId="{65FED287-A31D-44F1-864E-BC88A2B6CD0A}"/>
          </ac:picMkLst>
        </pc:picChg>
      </pc:sldChg>
      <pc:sldChg chg="modSp">
        <pc:chgData name="Mahesh Chowdary" userId="438a3ffe85f3f198" providerId="Windows Live" clId="Web-{CF826C4E-D2F9-40DC-A431-F2354AF542D8}" dt="2021-05-16T08:04:30.272" v="35" actId="14100"/>
        <pc:sldMkLst>
          <pc:docMk/>
          <pc:sldMk cId="3144876452" sldId="273"/>
        </pc:sldMkLst>
        <pc:picChg chg="mod">
          <ac:chgData name="Mahesh Chowdary" userId="438a3ffe85f3f198" providerId="Windows Live" clId="Web-{CF826C4E-D2F9-40DC-A431-F2354AF542D8}" dt="2021-05-16T08:04:30.272" v="35" actId="14100"/>
          <ac:picMkLst>
            <pc:docMk/>
            <pc:sldMk cId="3144876452" sldId="273"/>
            <ac:picMk id="2" creationId="{F1AEAA18-C1C3-49C7-A513-DB36A7BC73CF}"/>
          </ac:picMkLst>
        </pc:picChg>
      </pc:sldChg>
      <pc:sldChg chg="modSp">
        <pc:chgData name="Mahesh Chowdary" userId="438a3ffe85f3f198" providerId="Windows Live" clId="Web-{CF826C4E-D2F9-40DC-A431-F2354AF542D8}" dt="2021-05-16T08:11:13.812" v="43" actId="14100"/>
        <pc:sldMkLst>
          <pc:docMk/>
          <pc:sldMk cId="348494795" sldId="276"/>
        </pc:sldMkLst>
        <pc:picChg chg="mod">
          <ac:chgData name="Mahesh Chowdary" userId="438a3ffe85f3f198" providerId="Windows Live" clId="Web-{CF826C4E-D2F9-40DC-A431-F2354AF542D8}" dt="2021-05-16T08:11:13.812" v="43" actId="14100"/>
          <ac:picMkLst>
            <pc:docMk/>
            <pc:sldMk cId="348494795" sldId="276"/>
            <ac:picMk id="4" creationId="{6C1FEF61-97EB-435B-A7E2-C11B7AC03E71}"/>
          </ac:picMkLst>
        </pc:picChg>
      </pc:sldChg>
      <pc:sldChg chg="modTransition">
        <pc:chgData name="Mahesh Chowdary" userId="438a3ffe85f3f198" providerId="Windows Live" clId="Web-{CF826C4E-D2F9-40DC-A431-F2354AF542D8}" dt="2021-05-16T08:06:25.008" v="39"/>
        <pc:sldMkLst>
          <pc:docMk/>
          <pc:sldMk cId="2530019669" sldId="277"/>
        </pc:sldMkLst>
      </pc:sldChg>
      <pc:sldChg chg="modSp">
        <pc:chgData name="Mahesh Chowdary" userId="438a3ffe85f3f198" providerId="Windows Live" clId="Web-{CF826C4E-D2F9-40DC-A431-F2354AF542D8}" dt="2021-05-16T08:04:47.319" v="36" actId="14100"/>
        <pc:sldMkLst>
          <pc:docMk/>
          <pc:sldMk cId="3028311665" sldId="279"/>
        </pc:sldMkLst>
        <pc:picChg chg="mod">
          <ac:chgData name="Mahesh Chowdary" userId="438a3ffe85f3f198" providerId="Windows Live" clId="Web-{CF826C4E-D2F9-40DC-A431-F2354AF542D8}" dt="2021-05-16T08:04:47.319" v="36" actId="14100"/>
          <ac:picMkLst>
            <pc:docMk/>
            <pc:sldMk cId="3028311665" sldId="279"/>
            <ac:picMk id="2" creationId="{A5FB12D4-F906-4A0F-80DF-70E230270EB7}"/>
          </ac:picMkLst>
        </pc:picChg>
      </pc:sldChg>
      <pc:sldChg chg="modSp">
        <pc:chgData name="Mahesh Chowdary" userId="438a3ffe85f3f198" providerId="Windows Live" clId="Web-{CF826C4E-D2F9-40DC-A431-F2354AF542D8}" dt="2021-05-16T08:04:57.788" v="37" actId="14100"/>
        <pc:sldMkLst>
          <pc:docMk/>
          <pc:sldMk cId="1751994352" sldId="280"/>
        </pc:sldMkLst>
        <pc:picChg chg="mod">
          <ac:chgData name="Mahesh Chowdary" userId="438a3ffe85f3f198" providerId="Windows Live" clId="Web-{CF826C4E-D2F9-40DC-A431-F2354AF542D8}" dt="2021-05-16T08:04:57.788" v="37" actId="14100"/>
          <ac:picMkLst>
            <pc:docMk/>
            <pc:sldMk cId="1751994352" sldId="280"/>
            <ac:picMk id="2" creationId="{E27F7731-4619-471C-863C-DAFA685E3CA5}"/>
          </ac:picMkLst>
        </pc:picChg>
      </pc:sldChg>
      <pc:sldChg chg="modTransition">
        <pc:chgData name="Mahesh Chowdary" userId="438a3ffe85f3f198" providerId="Windows Live" clId="Web-{CF826C4E-D2F9-40DC-A431-F2354AF542D8}" dt="2021-05-16T08:06:39.915" v="41"/>
        <pc:sldMkLst>
          <pc:docMk/>
          <pc:sldMk cId="3128098792" sldId="284"/>
        </pc:sldMkLst>
      </pc:sldChg>
      <pc:sldChg chg="modTransition">
        <pc:chgData name="Mahesh Chowdary" userId="438a3ffe85f3f198" providerId="Windows Live" clId="Web-{CF826C4E-D2F9-40DC-A431-F2354AF542D8}" dt="2021-05-16T08:06:30.852" v="40"/>
        <pc:sldMkLst>
          <pc:docMk/>
          <pc:sldMk cId="3128863573" sldId="285"/>
        </pc:sldMkLst>
      </pc:sldChg>
      <pc:sldChg chg="modTransition">
        <pc:chgData name="Mahesh Chowdary" userId="438a3ffe85f3f198" providerId="Windows Live" clId="Web-{CF826C4E-D2F9-40DC-A431-F2354AF542D8}" dt="2021-05-16T08:06:51.118" v="42"/>
        <pc:sldMkLst>
          <pc:docMk/>
          <pc:sldMk cId="417804521" sldId="287"/>
        </pc:sldMkLst>
      </pc:sldChg>
    </pc:docChg>
  </pc:docChgLst>
  <pc:docChgLst>
    <pc:chgData name="Mahesh Chowdary" userId="438a3ffe85f3f198" providerId="Windows Live" clId="Web-{9F9F9D97-5826-41A7-BBEA-CFC586F4689F}"/>
    <pc:docChg chg="modSld">
      <pc:chgData name="Mahesh Chowdary" userId="438a3ffe85f3f198" providerId="Windows Live" clId="Web-{9F9F9D97-5826-41A7-BBEA-CFC586F4689F}" dt="2021-05-16T08:41:41.869" v="43" actId="14100"/>
      <pc:docMkLst>
        <pc:docMk/>
      </pc:docMkLst>
      <pc:sldChg chg="addSp delSp modSp">
        <pc:chgData name="Mahesh Chowdary" userId="438a3ffe85f3f198" providerId="Windows Live" clId="Web-{9F9F9D97-5826-41A7-BBEA-CFC586F4689F}" dt="2021-05-16T08:30:17.292" v="2"/>
        <pc:sldMkLst>
          <pc:docMk/>
          <pc:sldMk cId="109857222" sldId="256"/>
        </pc:sldMkLst>
        <pc:spChg chg="del">
          <ac:chgData name="Mahesh Chowdary" userId="438a3ffe85f3f198" providerId="Windows Live" clId="Web-{9F9F9D97-5826-41A7-BBEA-CFC586F4689F}" dt="2021-05-16T08:30:17.292" v="2"/>
          <ac:spMkLst>
            <pc:docMk/>
            <pc:sldMk cId="109857222" sldId="256"/>
            <ac:spMk id="9" creationId="{8CF1B1A9-81D7-475B-9773-FA69E2D6C2E1}"/>
          </ac:spMkLst>
        </pc:spChg>
        <pc:spChg chg="del">
          <ac:chgData name="Mahesh Chowdary" userId="438a3ffe85f3f198" providerId="Windows Live" clId="Web-{9F9F9D97-5826-41A7-BBEA-CFC586F4689F}" dt="2021-05-16T08:30:17.292" v="2"/>
          <ac:spMkLst>
            <pc:docMk/>
            <pc:sldMk cId="109857222" sldId="256"/>
            <ac:spMk id="11" creationId="{825938E3-FCDD-4147-B4EC-232316751F65}"/>
          </ac:spMkLst>
        </pc:spChg>
        <pc:spChg chg="del">
          <ac:chgData name="Mahesh Chowdary" userId="438a3ffe85f3f198" providerId="Windows Live" clId="Web-{9F9F9D97-5826-41A7-BBEA-CFC586F4689F}" dt="2021-05-16T08:30:17.292" v="2"/>
          <ac:spMkLst>
            <pc:docMk/>
            <pc:sldMk cId="109857222" sldId="256"/>
            <ac:spMk id="13" creationId="{9AA75596-FA3D-4A75-A3CB-443E14CBF572}"/>
          </ac:spMkLst>
        </pc:spChg>
        <pc:spChg chg="del">
          <ac:chgData name="Mahesh Chowdary" userId="438a3ffe85f3f198" providerId="Windows Live" clId="Web-{9F9F9D97-5826-41A7-BBEA-CFC586F4689F}" dt="2021-05-16T08:30:17.292" v="2"/>
          <ac:spMkLst>
            <pc:docMk/>
            <pc:sldMk cId="109857222" sldId="256"/>
            <ac:spMk id="15" creationId="{FF5FBB9B-488E-47BA-9CA3-8CC9C7D1577C}"/>
          </ac:spMkLst>
        </pc:spChg>
        <pc:spChg chg="del">
          <ac:chgData name="Mahesh Chowdary" userId="438a3ffe85f3f198" providerId="Windows Live" clId="Web-{9F9F9D97-5826-41A7-BBEA-CFC586F4689F}" dt="2021-05-16T08:30:17.292" v="2"/>
          <ac:spMkLst>
            <pc:docMk/>
            <pc:sldMk cId="109857222" sldId="256"/>
            <ac:spMk id="17" creationId="{E3574FE0-C6E5-4148-8CC5-56169A790A66}"/>
          </ac:spMkLst>
        </pc:spChg>
        <pc:spChg chg="add">
          <ac:chgData name="Mahesh Chowdary" userId="438a3ffe85f3f198" providerId="Windows Live" clId="Web-{9F9F9D97-5826-41A7-BBEA-CFC586F4689F}" dt="2021-05-16T08:30:17.292" v="2"/>
          <ac:spMkLst>
            <pc:docMk/>
            <pc:sldMk cId="109857222" sldId="256"/>
            <ac:spMk id="22" creationId="{BD4C0BBB-0042-4603-A226-6117F3FD5B3C}"/>
          </ac:spMkLst>
        </pc:spChg>
        <pc:spChg chg="add">
          <ac:chgData name="Mahesh Chowdary" userId="438a3ffe85f3f198" providerId="Windows Live" clId="Web-{9F9F9D97-5826-41A7-BBEA-CFC586F4689F}" dt="2021-05-16T08:30:17.292" v="2"/>
          <ac:spMkLst>
            <pc:docMk/>
            <pc:sldMk cId="109857222" sldId="256"/>
            <ac:spMk id="24" creationId="{EC44F520-2598-460E-9F91-B02F60830CA2}"/>
          </ac:spMkLst>
        </pc:spChg>
        <pc:spChg chg="add">
          <ac:chgData name="Mahesh Chowdary" userId="438a3ffe85f3f198" providerId="Windows Live" clId="Web-{9F9F9D97-5826-41A7-BBEA-CFC586F4689F}" dt="2021-05-16T08:30:17.292" v="2"/>
          <ac:spMkLst>
            <pc:docMk/>
            <pc:sldMk cId="109857222" sldId="256"/>
            <ac:spMk id="26" creationId="{8BFCC535-F368-497D-9E47-898F8F0DD8DC}"/>
          </ac:spMkLst>
        </pc:spChg>
        <pc:picChg chg="add mod">
          <ac:chgData name="Mahesh Chowdary" userId="438a3ffe85f3f198" providerId="Windows Live" clId="Web-{9F9F9D97-5826-41A7-BBEA-CFC586F4689F}" dt="2021-05-16T08:30:17.292" v="2"/>
          <ac:picMkLst>
            <pc:docMk/>
            <pc:sldMk cId="109857222" sldId="256"/>
            <ac:picMk id="2" creationId="{B6D7788C-5B07-4774-84E2-5452831F5CAA}"/>
          </ac:picMkLst>
        </pc:picChg>
        <pc:picChg chg="del">
          <ac:chgData name="Mahesh Chowdary" userId="438a3ffe85f3f198" providerId="Windows Live" clId="Web-{9F9F9D97-5826-41A7-BBEA-CFC586F4689F}" dt="2021-05-16T08:29:56.807" v="0"/>
          <ac:picMkLst>
            <pc:docMk/>
            <pc:sldMk cId="109857222" sldId="256"/>
            <ac:picMk id="5" creationId="{7E9D8A5E-9741-45BA-94E2-5A2C878D279C}"/>
          </ac:picMkLst>
        </pc:picChg>
      </pc:sldChg>
      <pc:sldChg chg="addSp delSp modSp">
        <pc:chgData name="Mahesh Chowdary" userId="438a3ffe85f3f198" providerId="Windows Live" clId="Web-{9F9F9D97-5826-41A7-BBEA-CFC586F4689F}" dt="2021-05-16T08:41:41.869" v="43" actId="14100"/>
        <pc:sldMkLst>
          <pc:docMk/>
          <pc:sldMk cId="3144876452" sldId="273"/>
        </pc:sldMkLst>
        <pc:picChg chg="del">
          <ac:chgData name="Mahesh Chowdary" userId="438a3ffe85f3f198" providerId="Windows Live" clId="Web-{9F9F9D97-5826-41A7-BBEA-CFC586F4689F}" dt="2021-05-16T08:41:01.884" v="35"/>
          <ac:picMkLst>
            <pc:docMk/>
            <pc:sldMk cId="3144876452" sldId="273"/>
            <ac:picMk id="2" creationId="{F1AEAA18-C1C3-49C7-A513-DB36A7BC73CF}"/>
          </ac:picMkLst>
        </pc:picChg>
        <pc:picChg chg="add mod">
          <ac:chgData name="Mahesh Chowdary" userId="438a3ffe85f3f198" providerId="Windows Live" clId="Web-{9F9F9D97-5826-41A7-BBEA-CFC586F4689F}" dt="2021-05-16T08:41:41.869" v="43" actId="14100"/>
          <ac:picMkLst>
            <pc:docMk/>
            <pc:sldMk cId="3144876452" sldId="273"/>
            <ac:picMk id="3" creationId="{8E987C03-B4CD-497F-AFA8-B1FAEA1EA2BA}"/>
          </ac:picMkLst>
        </pc:picChg>
      </pc:sldChg>
      <pc:sldChg chg="addSp delSp modSp">
        <pc:chgData name="Mahesh Chowdary" userId="438a3ffe85f3f198" providerId="Windows Live" clId="Web-{9F9F9D97-5826-41A7-BBEA-CFC586F4689F}" dt="2021-05-16T08:39:44.179" v="26" actId="14100"/>
        <pc:sldMkLst>
          <pc:docMk/>
          <pc:sldMk cId="1294366979" sldId="274"/>
        </pc:sldMkLst>
        <pc:picChg chg="del">
          <ac:chgData name="Mahesh Chowdary" userId="438a3ffe85f3f198" providerId="Windows Live" clId="Web-{9F9F9D97-5826-41A7-BBEA-CFC586F4689F}" dt="2021-05-16T08:39:06.053" v="18"/>
          <ac:picMkLst>
            <pc:docMk/>
            <pc:sldMk cId="1294366979" sldId="274"/>
            <ac:picMk id="2" creationId="{BC68B983-AF35-43B8-95A0-9196878D1D62}"/>
          </ac:picMkLst>
        </pc:picChg>
        <pc:picChg chg="add mod">
          <ac:chgData name="Mahesh Chowdary" userId="438a3ffe85f3f198" providerId="Windows Live" clId="Web-{9F9F9D97-5826-41A7-BBEA-CFC586F4689F}" dt="2021-05-16T08:39:44.179" v="26" actId="14100"/>
          <ac:picMkLst>
            <pc:docMk/>
            <pc:sldMk cId="1294366979" sldId="274"/>
            <ac:picMk id="3" creationId="{A7E3161D-14D1-4AF3-A0C6-688693DB6DC8}"/>
          </ac:picMkLst>
        </pc:picChg>
      </pc:sldChg>
      <pc:sldChg chg="addSp delSp modSp">
        <pc:chgData name="Mahesh Chowdary" userId="438a3ffe85f3f198" providerId="Windows Live" clId="Web-{9F9F9D97-5826-41A7-BBEA-CFC586F4689F}" dt="2021-05-16T08:38:45.194" v="17" actId="14100"/>
        <pc:sldMkLst>
          <pc:docMk/>
          <pc:sldMk cId="537308313" sldId="275"/>
        </pc:sldMkLst>
        <pc:picChg chg="add del mod">
          <ac:chgData name="Mahesh Chowdary" userId="438a3ffe85f3f198" providerId="Windows Live" clId="Web-{9F9F9D97-5826-41A7-BBEA-CFC586F4689F}" dt="2021-05-16T08:38:04.052" v="11"/>
          <ac:picMkLst>
            <pc:docMk/>
            <pc:sldMk cId="537308313" sldId="275"/>
            <ac:picMk id="2" creationId="{4A1BCC73-0984-4A9B-B0A9-6F71F74DA914}"/>
          </ac:picMkLst>
        </pc:picChg>
        <pc:picChg chg="add mod">
          <ac:chgData name="Mahesh Chowdary" userId="438a3ffe85f3f198" providerId="Windows Live" clId="Web-{9F9F9D97-5826-41A7-BBEA-CFC586F4689F}" dt="2021-05-16T08:38:45.194" v="17" actId="14100"/>
          <ac:picMkLst>
            <pc:docMk/>
            <pc:sldMk cId="537308313" sldId="275"/>
            <ac:picMk id="3" creationId="{83F043D3-A6A8-42D1-BEAF-E4B80C2F124B}"/>
          </ac:picMkLst>
        </pc:picChg>
      </pc:sldChg>
      <pc:sldChg chg="addSp delSp modSp">
        <pc:chgData name="Mahesh Chowdary" userId="438a3ffe85f3f198" providerId="Windows Live" clId="Web-{9F9F9D97-5826-41A7-BBEA-CFC586F4689F}" dt="2021-05-16T08:40:54.149" v="34" actId="14100"/>
        <pc:sldMkLst>
          <pc:docMk/>
          <pc:sldMk cId="348494795" sldId="276"/>
        </pc:sldMkLst>
        <pc:picChg chg="add mod">
          <ac:chgData name="Mahesh Chowdary" userId="438a3ffe85f3f198" providerId="Windows Live" clId="Web-{9F9F9D97-5826-41A7-BBEA-CFC586F4689F}" dt="2021-05-16T08:40:54.149" v="34" actId="14100"/>
          <ac:picMkLst>
            <pc:docMk/>
            <pc:sldMk cId="348494795" sldId="276"/>
            <ac:picMk id="2" creationId="{CBFD7641-AA8B-43F0-9041-6A81D683792F}"/>
          </ac:picMkLst>
        </pc:picChg>
        <pc:picChg chg="del">
          <ac:chgData name="Mahesh Chowdary" userId="438a3ffe85f3f198" providerId="Windows Live" clId="Web-{9F9F9D97-5826-41A7-BBEA-CFC586F4689F}" dt="2021-05-16T08:39:51.914" v="27"/>
          <ac:picMkLst>
            <pc:docMk/>
            <pc:sldMk cId="348494795" sldId="276"/>
            <ac:picMk id="4" creationId="{6C1FEF61-97EB-435B-A7E2-C11B7AC03E71}"/>
          </ac:picMkLst>
        </pc:picChg>
      </pc:sldChg>
      <pc:sldChg chg="modSp">
        <pc:chgData name="Mahesh Chowdary" userId="438a3ffe85f3f198" providerId="Windows Live" clId="Web-{9F9F9D97-5826-41A7-BBEA-CFC586F4689F}" dt="2021-05-16T08:31:30.919" v="4" actId="14100"/>
        <pc:sldMkLst>
          <pc:docMk/>
          <pc:sldMk cId="3128098792" sldId="284"/>
        </pc:sldMkLst>
        <pc:picChg chg="mod">
          <ac:chgData name="Mahesh Chowdary" userId="438a3ffe85f3f198" providerId="Windows Live" clId="Web-{9F9F9D97-5826-41A7-BBEA-CFC586F4689F}" dt="2021-05-16T08:31:30.919" v="4" actId="14100"/>
          <ac:picMkLst>
            <pc:docMk/>
            <pc:sldMk cId="3128098792" sldId="284"/>
            <ac:picMk id="2" creationId="{31C9B301-3215-404B-9EBB-DD057C89F8F1}"/>
          </ac:picMkLst>
        </pc:picChg>
      </pc:sldChg>
      <pc:sldChg chg="modSp">
        <pc:chgData name="Mahesh Chowdary" userId="438a3ffe85f3f198" providerId="Windows Live" clId="Web-{9F9F9D97-5826-41A7-BBEA-CFC586F4689F}" dt="2021-05-16T08:31:59.825" v="6" actId="14100"/>
        <pc:sldMkLst>
          <pc:docMk/>
          <pc:sldMk cId="3128863573" sldId="285"/>
        </pc:sldMkLst>
        <pc:picChg chg="mod">
          <ac:chgData name="Mahesh Chowdary" userId="438a3ffe85f3f198" providerId="Windows Live" clId="Web-{9F9F9D97-5826-41A7-BBEA-CFC586F4689F}" dt="2021-05-16T08:31:59.825" v="6" actId="14100"/>
          <ac:picMkLst>
            <pc:docMk/>
            <pc:sldMk cId="3128863573" sldId="285"/>
            <ac:picMk id="2" creationId="{AA813CD6-FFF6-4447-9F41-23B060BB68BA}"/>
          </ac:picMkLst>
        </pc:picChg>
      </pc:sldChg>
    </pc:docChg>
  </pc:docChgLst>
  <pc:docChgLst>
    <pc:chgData name="Mahesh Chowdary" userId="438a3ffe85f3f198" providerId="Windows Live" clId="Web-{1B833EC7-1E44-43E6-82D6-76EB50F6B965}"/>
    <pc:docChg chg="modSld sldOrd">
      <pc:chgData name="Mahesh Chowdary" userId="438a3ffe85f3f198" providerId="Windows Live" clId="Web-{1B833EC7-1E44-43E6-82D6-76EB50F6B965}" dt="2021-05-16T07:54:43.180" v="74"/>
      <pc:docMkLst>
        <pc:docMk/>
      </pc:docMkLst>
      <pc:sldChg chg="addSp delSp modSp modTransition">
        <pc:chgData name="Mahesh Chowdary" userId="438a3ffe85f3f198" providerId="Windows Live" clId="Web-{1B833EC7-1E44-43E6-82D6-76EB50F6B965}" dt="2021-05-16T07:40:38.896" v="21"/>
        <pc:sldMkLst>
          <pc:docMk/>
          <pc:sldMk cId="109857222" sldId="256"/>
        </pc:sldMkLst>
        <pc:spChg chg="del">
          <ac:chgData name="Mahesh Chowdary" userId="438a3ffe85f3f198" providerId="Windows Live" clId="Web-{1B833EC7-1E44-43E6-82D6-76EB50F6B965}" dt="2021-05-16T07:38:16.861" v="11"/>
          <ac:spMkLst>
            <pc:docMk/>
            <pc:sldMk cId="109857222" sldId="256"/>
            <ac:spMk id="2" creationId="{00000000-0000-0000-0000-000000000000}"/>
          </ac:spMkLst>
        </pc:spChg>
        <pc:spChg chg="del">
          <ac:chgData name="Mahesh Chowdary" userId="438a3ffe85f3f198" providerId="Windows Live" clId="Web-{1B833EC7-1E44-43E6-82D6-76EB50F6B965}" dt="2021-05-16T07:38:22.001" v="12"/>
          <ac:spMkLst>
            <pc:docMk/>
            <pc:sldMk cId="109857222" sldId="256"/>
            <ac:spMk id="3" creationId="{00000000-0000-0000-0000-000000000000}"/>
          </ac:spMkLst>
        </pc:spChg>
        <pc:picChg chg="del">
          <ac:chgData name="Mahesh Chowdary" userId="438a3ffe85f3f198" providerId="Windows Live" clId="Web-{1B833EC7-1E44-43E6-82D6-76EB50F6B965}" dt="2021-05-16T07:38:05.376" v="10"/>
          <ac:picMkLst>
            <pc:docMk/>
            <pc:sldMk cId="109857222" sldId="256"/>
            <ac:picMk id="4" creationId="{3010E87E-7EA9-4C48-9399-61E395E34308}"/>
          </ac:picMkLst>
        </pc:picChg>
        <pc:picChg chg="add mod">
          <ac:chgData name="Mahesh Chowdary" userId="438a3ffe85f3f198" providerId="Windows Live" clId="Web-{1B833EC7-1E44-43E6-82D6-76EB50F6B965}" dt="2021-05-16T07:38:58.268" v="18" actId="14100"/>
          <ac:picMkLst>
            <pc:docMk/>
            <pc:sldMk cId="109857222" sldId="256"/>
            <ac:picMk id="5" creationId="{7E9D8A5E-9741-45BA-94E2-5A2C878D279C}"/>
          </ac:picMkLst>
        </pc:picChg>
      </pc:sldChg>
      <pc:sldChg chg="modTransition">
        <pc:chgData name="Mahesh Chowdary" userId="438a3ffe85f3f198" providerId="Windows Live" clId="Web-{1B833EC7-1E44-43E6-82D6-76EB50F6B965}" dt="2021-05-16T07:40:44.537" v="22"/>
        <pc:sldMkLst>
          <pc:docMk/>
          <pc:sldMk cId="842788384" sldId="257"/>
        </pc:sldMkLst>
      </pc:sldChg>
      <pc:sldChg chg="modTransition">
        <pc:chgData name="Mahesh Chowdary" userId="438a3ffe85f3f198" providerId="Windows Live" clId="Web-{1B833EC7-1E44-43E6-82D6-76EB50F6B965}" dt="2021-05-16T07:53:56.476" v="70"/>
        <pc:sldMkLst>
          <pc:docMk/>
          <pc:sldMk cId="513922083" sldId="258"/>
        </pc:sldMkLst>
      </pc:sldChg>
      <pc:sldChg chg="modTransition">
        <pc:chgData name="Mahesh Chowdary" userId="438a3ffe85f3f198" providerId="Windows Live" clId="Web-{1B833EC7-1E44-43E6-82D6-76EB50F6B965}" dt="2021-05-16T07:53:54.664" v="69"/>
        <pc:sldMkLst>
          <pc:docMk/>
          <pc:sldMk cId="2740791244" sldId="259"/>
        </pc:sldMkLst>
      </pc:sldChg>
      <pc:sldChg chg="modTransition">
        <pc:chgData name="Mahesh Chowdary" userId="438a3ffe85f3f198" providerId="Windows Live" clId="Web-{1B833EC7-1E44-43E6-82D6-76EB50F6B965}" dt="2021-05-16T07:53:26.866" v="64"/>
        <pc:sldMkLst>
          <pc:docMk/>
          <pc:sldMk cId="2061173568" sldId="260"/>
        </pc:sldMkLst>
      </pc:sldChg>
      <pc:sldChg chg="modTransition">
        <pc:chgData name="Mahesh Chowdary" userId="438a3ffe85f3f198" providerId="Windows Live" clId="Web-{1B833EC7-1E44-43E6-82D6-76EB50F6B965}" dt="2021-05-16T07:53:47.945" v="68"/>
        <pc:sldMkLst>
          <pc:docMk/>
          <pc:sldMk cId="1082790977" sldId="261"/>
        </pc:sldMkLst>
      </pc:sldChg>
      <pc:sldChg chg="modTransition">
        <pc:chgData name="Mahesh Chowdary" userId="438a3ffe85f3f198" providerId="Windows Live" clId="Web-{1B833EC7-1E44-43E6-82D6-76EB50F6B965}" dt="2021-05-16T07:41:16.397" v="25"/>
        <pc:sldMkLst>
          <pc:docMk/>
          <pc:sldMk cId="1418691243" sldId="262"/>
        </pc:sldMkLst>
      </pc:sldChg>
      <pc:sldChg chg="modTransition">
        <pc:chgData name="Mahesh Chowdary" userId="438a3ffe85f3f198" providerId="Windows Live" clId="Web-{1B833EC7-1E44-43E6-82D6-76EB50F6B965}" dt="2021-05-16T07:53:41.242" v="67"/>
        <pc:sldMkLst>
          <pc:docMk/>
          <pc:sldMk cId="778630838" sldId="263"/>
        </pc:sldMkLst>
      </pc:sldChg>
      <pc:sldChg chg="modTransition">
        <pc:chgData name="Mahesh Chowdary" userId="438a3ffe85f3f198" providerId="Windows Live" clId="Web-{1B833EC7-1E44-43E6-82D6-76EB50F6B965}" dt="2021-05-16T07:53:39.163" v="66"/>
        <pc:sldMkLst>
          <pc:docMk/>
          <pc:sldMk cId="4159065753" sldId="264"/>
        </pc:sldMkLst>
      </pc:sldChg>
      <pc:sldChg chg="addSp delSp modSp mod modTransition setBg">
        <pc:chgData name="Mahesh Chowdary" userId="438a3ffe85f3f198" providerId="Windows Live" clId="Web-{1B833EC7-1E44-43E6-82D6-76EB50F6B965}" dt="2021-05-16T07:53:15.288" v="63"/>
        <pc:sldMkLst>
          <pc:docMk/>
          <pc:sldMk cId="2286182747" sldId="265"/>
        </pc:sldMkLst>
        <pc:spChg chg="mod">
          <ac:chgData name="Mahesh Chowdary" userId="438a3ffe85f3f198" providerId="Windows Live" clId="Web-{1B833EC7-1E44-43E6-82D6-76EB50F6B965}" dt="2021-05-16T07:44:40.511" v="33"/>
          <ac:spMkLst>
            <pc:docMk/>
            <pc:sldMk cId="2286182747" sldId="265"/>
            <ac:spMk id="2" creationId="{4A043E17-30F3-4926-AA21-DB1B834189C2}"/>
          </ac:spMkLst>
        </pc:spChg>
        <pc:spChg chg="mod">
          <ac:chgData name="Mahesh Chowdary" userId="438a3ffe85f3f198" providerId="Windows Live" clId="Web-{1B833EC7-1E44-43E6-82D6-76EB50F6B965}" dt="2021-05-16T07:44:40.511" v="33"/>
          <ac:spMkLst>
            <pc:docMk/>
            <pc:sldMk cId="2286182747" sldId="265"/>
            <ac:spMk id="5" creationId="{02CC8282-CD5F-4D47-9C4F-1CB77FC67408}"/>
          </ac:spMkLst>
        </pc:spChg>
        <pc:spChg chg="add del">
          <ac:chgData name="Mahesh Chowdary" userId="438a3ffe85f3f198" providerId="Windows Live" clId="Web-{1B833EC7-1E44-43E6-82D6-76EB50F6B965}" dt="2021-05-16T07:44:40.511" v="33"/>
          <ac:spMkLst>
            <pc:docMk/>
            <pc:sldMk cId="2286182747" sldId="265"/>
            <ac:spMk id="10" creationId="{006B7FC8-9C5A-4B07-99F6-3FF4F05009E4}"/>
          </ac:spMkLst>
        </pc:spChg>
        <pc:spChg chg="add del">
          <ac:chgData name="Mahesh Chowdary" userId="438a3ffe85f3f198" providerId="Windows Live" clId="Web-{1B833EC7-1E44-43E6-82D6-76EB50F6B965}" dt="2021-05-16T07:44:40.511" v="33"/>
          <ac:spMkLst>
            <pc:docMk/>
            <pc:sldMk cId="2286182747" sldId="265"/>
            <ac:spMk id="12" creationId="{20D096B9-E2A9-4907-8AA6-44183A98A0AB}"/>
          </ac:spMkLst>
        </pc:spChg>
        <pc:spChg chg="add del">
          <ac:chgData name="Mahesh Chowdary" userId="438a3ffe85f3f198" providerId="Windows Live" clId="Web-{1B833EC7-1E44-43E6-82D6-76EB50F6B965}" dt="2021-05-16T07:44:40.511" v="33"/>
          <ac:spMkLst>
            <pc:docMk/>
            <pc:sldMk cId="2286182747" sldId="265"/>
            <ac:spMk id="14" creationId="{48DC8FFA-551D-4179-8098-F7020A6B3D6C}"/>
          </ac:spMkLst>
        </pc:spChg>
        <pc:spChg chg="add del">
          <ac:chgData name="Mahesh Chowdary" userId="438a3ffe85f3f198" providerId="Windows Live" clId="Web-{1B833EC7-1E44-43E6-82D6-76EB50F6B965}" dt="2021-05-16T07:44:40.511" v="33"/>
          <ac:spMkLst>
            <pc:docMk/>
            <pc:sldMk cId="2286182747" sldId="265"/>
            <ac:spMk id="16" creationId="{7F704F97-5616-4BF4-973D-20EA0D7DB2E7}"/>
          </ac:spMkLst>
        </pc:spChg>
        <pc:spChg chg="add del">
          <ac:chgData name="Mahesh Chowdary" userId="438a3ffe85f3f198" providerId="Windows Live" clId="Web-{1B833EC7-1E44-43E6-82D6-76EB50F6B965}" dt="2021-05-16T07:44:40.511" v="33"/>
          <ac:spMkLst>
            <pc:docMk/>
            <pc:sldMk cId="2286182747" sldId="265"/>
            <ac:spMk id="18" creationId="{D83D16B0-C2A0-40BB-B4B6-F629839EA768}"/>
          </ac:spMkLst>
        </pc:spChg>
        <pc:picChg chg="mod">
          <ac:chgData name="Mahesh Chowdary" userId="438a3ffe85f3f198" providerId="Windows Live" clId="Web-{1B833EC7-1E44-43E6-82D6-76EB50F6B965}" dt="2021-05-16T07:44:40.511" v="33"/>
          <ac:picMkLst>
            <pc:docMk/>
            <pc:sldMk cId="2286182747" sldId="265"/>
            <ac:picMk id="3" creationId="{D6509573-8199-4CB6-A1D0-40C4A3BBFE0F}"/>
          </ac:picMkLst>
        </pc:picChg>
        <pc:picChg chg="mod ord">
          <ac:chgData name="Mahesh Chowdary" userId="438a3ffe85f3f198" providerId="Windows Live" clId="Web-{1B833EC7-1E44-43E6-82D6-76EB50F6B965}" dt="2021-05-16T07:44:40.511" v="33"/>
          <ac:picMkLst>
            <pc:docMk/>
            <pc:sldMk cId="2286182747" sldId="265"/>
            <ac:picMk id="4" creationId="{4418B608-B0BA-4485-BF44-3EF42F0EA431}"/>
          </ac:picMkLst>
        </pc:picChg>
      </pc:sldChg>
      <pc:sldChg chg="modSp modTransition">
        <pc:chgData name="Mahesh Chowdary" userId="438a3ffe85f3f198" providerId="Windows Live" clId="Web-{1B833EC7-1E44-43E6-82D6-76EB50F6B965}" dt="2021-05-16T07:53:34.007" v="65"/>
        <pc:sldMkLst>
          <pc:docMk/>
          <pc:sldMk cId="2614449780" sldId="266"/>
        </pc:sldMkLst>
        <pc:picChg chg="mod">
          <ac:chgData name="Mahesh Chowdary" userId="438a3ffe85f3f198" providerId="Windows Live" clId="Web-{1B833EC7-1E44-43E6-82D6-76EB50F6B965}" dt="2021-05-16T07:45:57.388" v="36" actId="14100"/>
          <ac:picMkLst>
            <pc:docMk/>
            <pc:sldMk cId="2614449780" sldId="266"/>
            <ac:picMk id="4" creationId="{6F0EF305-EF42-407B-91EE-2D87E6A0CE17}"/>
          </ac:picMkLst>
        </pc:picChg>
      </pc:sldChg>
      <pc:sldChg chg="modTransition">
        <pc:chgData name="Mahesh Chowdary" userId="438a3ffe85f3f198" providerId="Windows Live" clId="Web-{1B833EC7-1E44-43E6-82D6-76EB50F6B965}" dt="2021-05-16T07:52:35.584" v="55"/>
        <pc:sldMkLst>
          <pc:docMk/>
          <pc:sldMk cId="2857309661" sldId="267"/>
        </pc:sldMkLst>
      </pc:sldChg>
      <pc:sldChg chg="ord modTransition">
        <pc:chgData name="Mahesh Chowdary" userId="438a3ffe85f3f198" providerId="Windows Live" clId="Web-{1B833EC7-1E44-43E6-82D6-76EB50F6B965}" dt="2021-05-16T07:53:06.475" v="61"/>
        <pc:sldMkLst>
          <pc:docMk/>
          <pc:sldMk cId="2345637253" sldId="268"/>
        </pc:sldMkLst>
      </pc:sldChg>
      <pc:sldChg chg="modSp modTransition">
        <pc:chgData name="Mahesh Chowdary" userId="438a3ffe85f3f198" providerId="Windows Live" clId="Web-{1B833EC7-1E44-43E6-82D6-76EB50F6B965}" dt="2021-05-16T07:52:37.631" v="56"/>
        <pc:sldMkLst>
          <pc:docMk/>
          <pc:sldMk cId="349736314" sldId="269"/>
        </pc:sldMkLst>
        <pc:picChg chg="mod">
          <ac:chgData name="Mahesh Chowdary" userId="438a3ffe85f3f198" providerId="Windows Live" clId="Web-{1B833EC7-1E44-43E6-82D6-76EB50F6B965}" dt="2021-05-16T07:48:44.797" v="42" actId="14100"/>
          <ac:picMkLst>
            <pc:docMk/>
            <pc:sldMk cId="349736314" sldId="269"/>
            <ac:picMk id="2" creationId="{1B55AC82-0F69-40A3-8834-AE1B8BF18F27}"/>
          </ac:picMkLst>
        </pc:picChg>
      </pc:sldChg>
      <pc:sldChg chg="modTransition">
        <pc:chgData name="Mahesh Chowdary" userId="438a3ffe85f3f198" providerId="Windows Live" clId="Web-{1B833EC7-1E44-43E6-82D6-76EB50F6B965}" dt="2021-05-16T07:52:31.365" v="54"/>
        <pc:sldMkLst>
          <pc:docMk/>
          <pc:sldMk cId="1110160393" sldId="270"/>
        </pc:sldMkLst>
      </pc:sldChg>
      <pc:sldChg chg="modTransition">
        <pc:chgData name="Mahesh Chowdary" userId="438a3ffe85f3f198" providerId="Windows Live" clId="Web-{1B833EC7-1E44-43E6-82D6-76EB50F6B965}" dt="2021-05-16T07:52:27.912" v="53"/>
        <pc:sldMkLst>
          <pc:docMk/>
          <pc:sldMk cId="3721244043" sldId="271"/>
        </pc:sldMkLst>
      </pc:sldChg>
      <pc:sldChg chg="modTransition">
        <pc:chgData name="Mahesh Chowdary" userId="438a3ffe85f3f198" providerId="Windows Live" clId="Web-{1B833EC7-1E44-43E6-82D6-76EB50F6B965}" dt="2021-05-16T07:52:24.177" v="52"/>
        <pc:sldMkLst>
          <pc:docMk/>
          <pc:sldMk cId="3162859799" sldId="272"/>
        </pc:sldMkLst>
      </pc:sldChg>
      <pc:sldChg chg="addSp delSp modSp">
        <pc:chgData name="Mahesh Chowdary" userId="438a3ffe85f3f198" providerId="Windows Live" clId="Web-{1B833EC7-1E44-43E6-82D6-76EB50F6B965}" dt="2021-05-16T07:37:19.844" v="8" actId="14100"/>
        <pc:sldMkLst>
          <pc:docMk/>
          <pc:sldMk cId="2530019669" sldId="277"/>
        </pc:sldMkLst>
        <pc:picChg chg="add del mod">
          <ac:chgData name="Mahesh Chowdary" userId="438a3ffe85f3f198" providerId="Windows Live" clId="Web-{1B833EC7-1E44-43E6-82D6-76EB50F6B965}" dt="2021-05-16T07:36:43.906" v="1"/>
          <ac:picMkLst>
            <pc:docMk/>
            <pc:sldMk cId="2530019669" sldId="277"/>
            <ac:picMk id="2" creationId="{7545B0EC-40BD-4A2D-965F-AA98CFB369E7}"/>
          </ac:picMkLst>
        </pc:picChg>
        <pc:picChg chg="add mod">
          <ac:chgData name="Mahesh Chowdary" userId="438a3ffe85f3f198" providerId="Windows Live" clId="Web-{1B833EC7-1E44-43E6-82D6-76EB50F6B965}" dt="2021-05-16T07:37:19.844" v="8" actId="14100"/>
          <ac:picMkLst>
            <pc:docMk/>
            <pc:sldMk cId="2530019669" sldId="277"/>
            <ac:picMk id="3" creationId="{CB43DD7D-2B08-4C6A-9F54-D27EC66C3595}"/>
          </ac:picMkLst>
        </pc:picChg>
      </pc:sldChg>
      <pc:sldChg chg="modTransition">
        <pc:chgData name="Mahesh Chowdary" userId="438a3ffe85f3f198" providerId="Windows Live" clId="Web-{1B833EC7-1E44-43E6-82D6-76EB50F6B965}" dt="2021-05-16T07:54:43.180" v="74"/>
        <pc:sldMkLst>
          <pc:docMk/>
          <pc:sldMk cId="3128098792" sldId="284"/>
        </pc:sldMkLst>
      </pc:sldChg>
      <pc:sldChg chg="modTransition">
        <pc:chgData name="Mahesh Chowdary" userId="438a3ffe85f3f198" providerId="Windows Live" clId="Web-{1B833EC7-1E44-43E6-82D6-76EB50F6B965}" dt="2021-05-16T07:54:35.274" v="73"/>
        <pc:sldMkLst>
          <pc:docMk/>
          <pc:sldMk cId="3128863573" sldId="285"/>
        </pc:sldMkLst>
      </pc:sldChg>
      <pc:sldChg chg="ord modTransition">
        <pc:chgData name="Mahesh Chowdary" userId="438a3ffe85f3f198" providerId="Windows Live" clId="Web-{1B833EC7-1E44-43E6-82D6-76EB50F6B965}" dt="2021-05-16T07:54:09.977" v="71"/>
        <pc:sldMkLst>
          <pc:docMk/>
          <pc:sldMk cId="82272846" sldId="286"/>
        </pc:sldMkLst>
      </pc:sldChg>
      <pc:sldChg chg="modTransition">
        <pc:chgData name="Mahesh Chowdary" userId="438a3ffe85f3f198" providerId="Windows Live" clId="Web-{1B833EC7-1E44-43E6-82D6-76EB50F6B965}" dt="2021-05-16T07:54:23.789" v="72"/>
        <pc:sldMkLst>
          <pc:docMk/>
          <pc:sldMk cId="417804521" sldId="287"/>
        </pc:sldMkLst>
      </pc:sldChg>
    </pc:docChg>
  </pc:docChgLst>
  <pc:docChgLst>
    <pc:chgData name="Mahesh Chowdary" userId="438a3ffe85f3f198" providerId="Windows Live" clId="Web-{F9C4B430-2045-4A40-83B6-6BDECBAC862D}"/>
    <pc:docChg chg="modSld">
      <pc:chgData name="Mahesh Chowdary" userId="438a3ffe85f3f198" providerId="Windows Live" clId="Web-{F9C4B430-2045-4A40-83B6-6BDECBAC862D}" dt="2021-05-15T06:17:27.213" v="27" actId="20577"/>
      <pc:docMkLst>
        <pc:docMk/>
      </pc:docMkLst>
      <pc:sldChg chg="addSp delSp modSp">
        <pc:chgData name="Mahesh Chowdary" userId="438a3ffe85f3f198" providerId="Windows Live" clId="Web-{F9C4B430-2045-4A40-83B6-6BDECBAC862D}" dt="2021-05-15T06:16:12.571" v="17"/>
        <pc:sldMkLst>
          <pc:docMk/>
          <pc:sldMk cId="842788384" sldId="257"/>
        </pc:sldMkLst>
        <pc:picChg chg="add del mod">
          <ac:chgData name="Mahesh Chowdary" userId="438a3ffe85f3f198" providerId="Windows Live" clId="Web-{F9C4B430-2045-4A40-83B6-6BDECBAC862D}" dt="2021-05-15T06:13:10.520" v="3"/>
          <ac:picMkLst>
            <pc:docMk/>
            <pc:sldMk cId="842788384" sldId="257"/>
            <ac:picMk id="4" creationId="{574BC238-1B92-44B8-863F-B9DB85DF44C5}"/>
          </ac:picMkLst>
        </pc:picChg>
        <pc:picChg chg="add del mod">
          <ac:chgData name="Mahesh Chowdary" userId="438a3ffe85f3f198" providerId="Windows Live" clId="Web-{F9C4B430-2045-4A40-83B6-6BDECBAC862D}" dt="2021-05-15T06:13:48.958" v="9"/>
          <ac:picMkLst>
            <pc:docMk/>
            <pc:sldMk cId="842788384" sldId="257"/>
            <ac:picMk id="5" creationId="{CE134BF5-DA3F-4A2A-BE35-231580B38B1D}"/>
          </ac:picMkLst>
        </pc:picChg>
        <pc:picChg chg="add del mod">
          <ac:chgData name="Mahesh Chowdary" userId="438a3ffe85f3f198" providerId="Windows Live" clId="Web-{F9C4B430-2045-4A40-83B6-6BDECBAC862D}" dt="2021-05-15T06:15:19.898" v="11"/>
          <ac:picMkLst>
            <pc:docMk/>
            <pc:sldMk cId="842788384" sldId="257"/>
            <ac:picMk id="6" creationId="{8E890534-E3BF-47FE-B5FA-414524613FBB}"/>
          </ac:picMkLst>
        </pc:picChg>
        <pc:picChg chg="add mod ord">
          <ac:chgData name="Mahesh Chowdary" userId="438a3ffe85f3f198" providerId="Windows Live" clId="Web-{F9C4B430-2045-4A40-83B6-6BDECBAC862D}" dt="2021-05-15T06:16:12.571" v="17"/>
          <ac:picMkLst>
            <pc:docMk/>
            <pc:sldMk cId="842788384" sldId="257"/>
            <ac:picMk id="7" creationId="{40EE8801-418B-455B-9205-84406C67B72A}"/>
          </ac:picMkLst>
        </pc:picChg>
      </pc:sldChg>
      <pc:sldChg chg="addSp modSp">
        <pc:chgData name="Mahesh Chowdary" userId="438a3ffe85f3f198" providerId="Windows Live" clId="Web-{F9C4B430-2045-4A40-83B6-6BDECBAC862D}" dt="2021-05-15T06:17:27.213" v="27" actId="20577"/>
        <pc:sldMkLst>
          <pc:docMk/>
          <pc:sldMk cId="2740791244" sldId="259"/>
        </pc:sldMkLst>
        <pc:spChg chg="mod">
          <ac:chgData name="Mahesh Chowdary" userId="438a3ffe85f3f198" providerId="Windows Live" clId="Web-{F9C4B430-2045-4A40-83B6-6BDECBAC862D}" dt="2021-05-15T06:17:16.369" v="26" actId="20577"/>
          <ac:spMkLst>
            <pc:docMk/>
            <pc:sldMk cId="2740791244" sldId="259"/>
            <ac:spMk id="2" creationId="{82839FA2-9A30-4B1A-BCBC-CBEAC3412414}"/>
          </ac:spMkLst>
        </pc:spChg>
        <pc:spChg chg="mod">
          <ac:chgData name="Mahesh Chowdary" userId="438a3ffe85f3f198" providerId="Windows Live" clId="Web-{F9C4B430-2045-4A40-83B6-6BDECBAC862D}" dt="2021-05-15T06:17:27.213" v="27" actId="20577"/>
          <ac:spMkLst>
            <pc:docMk/>
            <pc:sldMk cId="2740791244" sldId="259"/>
            <ac:spMk id="3" creationId="{CA0B982F-998A-4AB8-8070-1D1663C52F55}"/>
          </ac:spMkLst>
        </pc:spChg>
        <pc:picChg chg="add mod ord">
          <ac:chgData name="Mahesh Chowdary" userId="438a3ffe85f3f198" providerId="Windows Live" clId="Web-{F9C4B430-2045-4A40-83B6-6BDECBAC862D}" dt="2021-05-15T06:17:01.853" v="25"/>
          <ac:picMkLst>
            <pc:docMk/>
            <pc:sldMk cId="2740791244" sldId="259"/>
            <ac:picMk id="4" creationId="{E912BDC0-D630-4AEF-B25F-6205877827B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dirty="0"/>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Sunday, May 16, 2021</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249917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Sunday, May 16, 2021</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387127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Sunday, May 16, 2021</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27555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Sunday, May 16, 2021</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063127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Sunday, May 16, 2021</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909231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Sunday, May 16, 2021</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533917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Sunday, May 16, 2021</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46774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Sunday, May 16, 2021</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421314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Sunday, May 16, 2021</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505312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Sunday, May 16, 2021</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927623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Sunday, May 16, 2021</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516848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900" cap="all" spc="300" baseline="0">
                <a:solidFill>
                  <a:srgbClr val="FFFFFF"/>
                </a:solidFill>
              </a:defRPr>
            </a:lvl1pPr>
          </a:lstStyle>
          <a:p>
            <a:fld id="{AE0C963C-C1DB-4AFD-9DDC-0691666BF49B}" type="datetime2">
              <a:rPr lang="en-US" smtClean="0"/>
              <a:pPr/>
              <a:t>Sunday, May 16, 2021</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9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9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2202873372"/>
      </p:ext>
    </p:extLst>
  </p:cSld>
  <p:clrMap bg1="lt1" tx1="dk1" bg2="lt2" tx2="dk2" accent1="accent1" accent2="accent2" accent3="accent3" accent4="accent4" accent5="accent5" accent6="accent6" hlink="hlink" folHlink="folHlink"/>
  <p:sldLayoutIdLst>
    <p:sldLayoutId id="2147483683" r:id="rId1"/>
    <p:sldLayoutId id="2147483682" r:id="rId2"/>
    <p:sldLayoutId id="2147483681" r:id="rId3"/>
    <p:sldLayoutId id="2147483680" r:id="rId4"/>
    <p:sldLayoutId id="2147483679" r:id="rId5"/>
    <p:sldLayoutId id="2147483678" r:id="rId6"/>
    <p:sldLayoutId id="2147483677" r:id="rId7"/>
    <p:sldLayoutId id="2147483676" r:id="rId8"/>
    <p:sldLayoutId id="2147483675" r:id="rId9"/>
    <p:sldLayoutId id="2147483674" r:id="rId10"/>
    <p:sldLayoutId id="2147483673"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8BFCC535-F368-497D-9E47-898F8F0D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Text&#10;&#10;Description automatically generated">
            <a:extLst>
              <a:ext uri="{FF2B5EF4-FFF2-40B4-BE49-F238E27FC236}">
                <a16:creationId xmlns:a16="http://schemas.microsoft.com/office/drawing/2014/main" id="{B6D7788C-5B07-4774-84E2-5452831F5CAA}"/>
              </a:ext>
            </a:extLst>
          </p:cNvPr>
          <p:cNvPicPr>
            <a:picLocks noChangeAspect="1"/>
          </p:cNvPicPr>
          <p:nvPr/>
        </p:nvPicPr>
        <p:blipFill rotWithShape="1">
          <a:blip r:embed="rId2"/>
          <a:srcRect/>
          <a:stretch/>
        </p:blipFill>
        <p:spPr>
          <a:xfrm>
            <a:off x="20" y="10"/>
            <a:ext cx="12191979" cy="685799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A picture containing background pattern&#10;&#10;Description automatically generated">
            <a:extLst>
              <a:ext uri="{FF2B5EF4-FFF2-40B4-BE49-F238E27FC236}">
                <a16:creationId xmlns:a16="http://schemas.microsoft.com/office/drawing/2014/main" id="{40EE8801-418B-455B-9205-84406C67B72A}"/>
              </a:ext>
            </a:extLst>
          </p:cNvPr>
          <p:cNvPicPr>
            <a:picLocks noChangeAspect="1"/>
          </p:cNvPicPr>
          <p:nvPr/>
        </p:nvPicPr>
        <p:blipFill>
          <a:blip r:embed="rId2"/>
          <a:stretch>
            <a:fillRect/>
          </a:stretch>
        </p:blipFill>
        <p:spPr>
          <a:xfrm>
            <a:off x="-5750" y="-2516"/>
            <a:ext cx="12203501" cy="6863032"/>
          </a:xfrm>
          <a:prstGeom prst="rect">
            <a:avLst/>
          </a:prstGeom>
        </p:spPr>
      </p:pic>
      <p:sp>
        <p:nvSpPr>
          <p:cNvPr id="2" name="Title 1">
            <a:extLst>
              <a:ext uri="{FF2B5EF4-FFF2-40B4-BE49-F238E27FC236}">
                <a16:creationId xmlns:a16="http://schemas.microsoft.com/office/drawing/2014/main" id="{CEC39EE8-FAD1-4B65-B401-EC9EA23D9CAC}"/>
              </a:ext>
            </a:extLst>
          </p:cNvPr>
          <p:cNvSpPr>
            <a:spLocks noGrp="1"/>
          </p:cNvSpPr>
          <p:nvPr>
            <p:ph type="title"/>
          </p:nvPr>
        </p:nvSpPr>
        <p:spPr>
          <a:xfrm>
            <a:off x="911525" y="-9604"/>
            <a:ext cx="10241280" cy="1234440"/>
          </a:xfrm>
        </p:spPr>
        <p:txBody>
          <a:bodyPr>
            <a:normAutofit/>
          </a:bodyPr>
          <a:lstStyle/>
          <a:p>
            <a:r>
              <a:rPr lang="en-US" sz="4000" i="1" dirty="0">
                <a:solidFill>
                  <a:schemeClr val="accent1"/>
                </a:solidFill>
                <a:latin typeface="Times"/>
                <a:cs typeface="Times"/>
              </a:rPr>
              <a:t>introduction</a:t>
            </a:r>
          </a:p>
        </p:txBody>
      </p:sp>
      <p:sp>
        <p:nvSpPr>
          <p:cNvPr id="3" name="Content Placeholder 2">
            <a:extLst>
              <a:ext uri="{FF2B5EF4-FFF2-40B4-BE49-F238E27FC236}">
                <a16:creationId xmlns:a16="http://schemas.microsoft.com/office/drawing/2014/main" id="{D246588A-8DFC-476C-BE45-68D9DE23FCAD}"/>
              </a:ext>
            </a:extLst>
          </p:cNvPr>
          <p:cNvSpPr>
            <a:spLocks noGrp="1"/>
          </p:cNvSpPr>
          <p:nvPr>
            <p:ph idx="1"/>
          </p:nvPr>
        </p:nvSpPr>
        <p:spPr>
          <a:xfrm>
            <a:off x="1371600" y="1781586"/>
            <a:ext cx="8861054" cy="4994521"/>
          </a:xfrm>
        </p:spPr>
        <p:txBody>
          <a:bodyPr vert="horz" lIns="0" tIns="0" rIns="0" bIns="0" rtlCol="0" anchor="t">
            <a:normAutofit/>
          </a:bodyPr>
          <a:lstStyle/>
          <a:p>
            <a:pPr marL="0" indent="0">
              <a:buNone/>
            </a:pPr>
            <a:r>
              <a:rPr lang="en-US" sz="3600" dirty="0">
                <a:solidFill>
                  <a:schemeClr val="bg1"/>
                </a:solidFill>
                <a:ea typeface="+mn-lt"/>
                <a:cs typeface="+mn-lt"/>
              </a:rPr>
              <a:t>This project is designed to control  speed of a DC motor using an Arduino development board. Speed of the DC motor is directly proportional to the voltage applied across its terminals. Hence, if the voltage across the motor terminal is varied, then the speed can also be varied.</a:t>
            </a:r>
            <a:endParaRPr lang="en-US" sz="3600">
              <a:solidFill>
                <a:schemeClr val="bg1"/>
              </a:solidFill>
            </a:endParaRPr>
          </a:p>
        </p:txBody>
      </p:sp>
    </p:spTree>
    <p:extLst>
      <p:ext uri="{BB962C8B-B14F-4D97-AF65-F5344CB8AC3E}">
        <p14:creationId xmlns:p14="http://schemas.microsoft.com/office/powerpoint/2010/main" val="84278838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imeline&#10;&#10;Description automatically generated">
            <a:extLst>
              <a:ext uri="{FF2B5EF4-FFF2-40B4-BE49-F238E27FC236}">
                <a16:creationId xmlns:a16="http://schemas.microsoft.com/office/drawing/2014/main" id="{300CD27D-B35E-4853-B2F9-64E99C335BBC}"/>
              </a:ext>
            </a:extLst>
          </p:cNvPr>
          <p:cNvPicPr>
            <a:picLocks noChangeAspect="1"/>
          </p:cNvPicPr>
          <p:nvPr/>
        </p:nvPicPr>
        <p:blipFill>
          <a:blip r:embed="rId2"/>
          <a:stretch>
            <a:fillRect/>
          </a:stretch>
        </p:blipFill>
        <p:spPr>
          <a:xfrm>
            <a:off x="-5750" y="146"/>
            <a:ext cx="12203501" cy="6857710"/>
          </a:xfrm>
          <a:prstGeom prst="rect">
            <a:avLst/>
          </a:prstGeom>
        </p:spPr>
      </p:pic>
    </p:spTree>
    <p:extLst>
      <p:ext uri="{BB962C8B-B14F-4D97-AF65-F5344CB8AC3E}">
        <p14:creationId xmlns:p14="http://schemas.microsoft.com/office/powerpoint/2010/main" val="513922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Background pattern&#10;&#10;Description automatically generated">
            <a:extLst>
              <a:ext uri="{FF2B5EF4-FFF2-40B4-BE49-F238E27FC236}">
                <a16:creationId xmlns:a16="http://schemas.microsoft.com/office/drawing/2014/main" id="{E912BDC0-D630-4AEF-B25F-6205877827B1}"/>
              </a:ext>
            </a:extLst>
          </p:cNvPr>
          <p:cNvPicPr>
            <a:picLocks noChangeAspect="1"/>
          </p:cNvPicPr>
          <p:nvPr/>
        </p:nvPicPr>
        <p:blipFill>
          <a:blip r:embed="rId2"/>
          <a:stretch>
            <a:fillRect/>
          </a:stretch>
        </p:blipFill>
        <p:spPr>
          <a:xfrm>
            <a:off x="-5750" y="-4695"/>
            <a:ext cx="12203500" cy="6867390"/>
          </a:xfrm>
          <a:prstGeom prst="rect">
            <a:avLst/>
          </a:prstGeom>
        </p:spPr>
      </p:pic>
      <p:sp>
        <p:nvSpPr>
          <p:cNvPr id="2" name="Title 1">
            <a:extLst>
              <a:ext uri="{FF2B5EF4-FFF2-40B4-BE49-F238E27FC236}">
                <a16:creationId xmlns:a16="http://schemas.microsoft.com/office/drawing/2014/main" id="{82839FA2-9A30-4B1A-BCBC-CBEAC3412414}"/>
              </a:ext>
            </a:extLst>
          </p:cNvPr>
          <p:cNvSpPr>
            <a:spLocks noGrp="1"/>
          </p:cNvSpPr>
          <p:nvPr>
            <p:ph type="title"/>
          </p:nvPr>
        </p:nvSpPr>
        <p:spPr>
          <a:xfrm>
            <a:off x="609600" y="-311528"/>
            <a:ext cx="10241280" cy="1234440"/>
          </a:xfrm>
        </p:spPr>
        <p:txBody>
          <a:bodyPr/>
          <a:lstStyle/>
          <a:p>
            <a:r>
              <a:rPr lang="en-US">
                <a:solidFill>
                  <a:schemeClr val="bg1"/>
                </a:solidFill>
                <a:latin typeface="Times"/>
                <a:cs typeface="Times"/>
              </a:rPr>
              <a:t>Hardware requirements</a:t>
            </a:r>
          </a:p>
        </p:txBody>
      </p:sp>
      <p:sp>
        <p:nvSpPr>
          <p:cNvPr id="3" name="Content Placeholder 2">
            <a:extLst>
              <a:ext uri="{FF2B5EF4-FFF2-40B4-BE49-F238E27FC236}">
                <a16:creationId xmlns:a16="http://schemas.microsoft.com/office/drawing/2014/main" id="{CA0B982F-998A-4AB8-8070-1D1663C52F55}"/>
              </a:ext>
            </a:extLst>
          </p:cNvPr>
          <p:cNvSpPr>
            <a:spLocks noGrp="1"/>
          </p:cNvSpPr>
          <p:nvPr>
            <p:ph idx="1"/>
          </p:nvPr>
        </p:nvSpPr>
        <p:spPr>
          <a:xfrm>
            <a:off x="1026544" y="1062716"/>
            <a:ext cx="10241280" cy="5699012"/>
          </a:xfrm>
        </p:spPr>
        <p:txBody>
          <a:bodyPr vert="horz" lIns="0" tIns="0" rIns="0" bIns="0" rtlCol="0" anchor="t">
            <a:normAutofit/>
          </a:bodyPr>
          <a:lstStyle/>
          <a:p>
            <a:pPr>
              <a:buFont typeface="Wingdings" panose="020B0604020202020204" pitchFamily="34" charset="0"/>
              <a:buChar char="Ø"/>
            </a:pPr>
            <a:r>
              <a:rPr lang="en-US" sz="2000">
                <a:solidFill>
                  <a:schemeClr val="bg1"/>
                </a:solidFill>
                <a:latin typeface="Arial"/>
                <a:ea typeface="+mn-lt"/>
                <a:cs typeface="+mn-lt"/>
              </a:rPr>
              <a:t>Arduino develop Board</a:t>
            </a:r>
            <a:endParaRPr lang="en-US" sz="2000">
              <a:solidFill>
                <a:schemeClr val="bg1"/>
              </a:solidFill>
              <a:latin typeface="Arial"/>
              <a:cs typeface="Arial"/>
            </a:endParaRPr>
          </a:p>
          <a:p>
            <a:pPr>
              <a:buFont typeface="Wingdings" panose="020B0604020202020204" pitchFamily="34" charset="0"/>
              <a:buChar char="Ø"/>
            </a:pPr>
            <a:r>
              <a:rPr lang="en-US" sz="2000">
                <a:solidFill>
                  <a:schemeClr val="bg1"/>
                </a:solidFill>
                <a:latin typeface="Arial"/>
                <a:ea typeface="+mn-lt"/>
                <a:cs typeface="+mn-lt"/>
              </a:rPr>
              <a:t>Crystal</a:t>
            </a:r>
          </a:p>
          <a:p>
            <a:pPr>
              <a:buFont typeface="Wingdings" panose="020B0604020202020204" pitchFamily="34" charset="0"/>
              <a:buChar char="Ø"/>
            </a:pPr>
            <a:r>
              <a:rPr lang="en-US" sz="2000">
                <a:solidFill>
                  <a:schemeClr val="bg1"/>
                </a:solidFill>
                <a:latin typeface="Arial"/>
                <a:ea typeface="+mn-lt"/>
                <a:cs typeface="+mn-lt"/>
              </a:rPr>
              <a:t>DC Motor</a:t>
            </a:r>
          </a:p>
          <a:p>
            <a:pPr>
              <a:buFont typeface="Wingdings" panose="020B0604020202020204" pitchFamily="34" charset="0"/>
              <a:buChar char="Ø"/>
            </a:pPr>
            <a:r>
              <a:rPr lang="en-US" sz="2000">
                <a:solidFill>
                  <a:schemeClr val="bg1"/>
                </a:solidFill>
                <a:latin typeface="Arial"/>
                <a:ea typeface="+mn-lt"/>
                <a:cs typeface="+mn-lt"/>
              </a:rPr>
              <a:t>Motor Driver IC</a:t>
            </a:r>
          </a:p>
          <a:p>
            <a:pPr>
              <a:buFont typeface="Wingdings" panose="020B0604020202020204" pitchFamily="34" charset="0"/>
              <a:buChar char="Ø"/>
            </a:pPr>
            <a:r>
              <a:rPr lang="en-US" sz="2000">
                <a:solidFill>
                  <a:schemeClr val="bg1"/>
                </a:solidFill>
                <a:latin typeface="Arial"/>
                <a:ea typeface="+mn-lt"/>
                <a:cs typeface="+mn-lt"/>
              </a:rPr>
              <a:t>LED</a:t>
            </a:r>
          </a:p>
          <a:p>
            <a:pPr>
              <a:buFont typeface="Wingdings" panose="020B0604020202020204" pitchFamily="34" charset="0"/>
              <a:buChar char="Ø"/>
            </a:pPr>
            <a:r>
              <a:rPr lang="en-US" sz="2000">
                <a:solidFill>
                  <a:schemeClr val="bg1"/>
                </a:solidFill>
                <a:latin typeface="Arial"/>
                <a:ea typeface="+mn-lt"/>
                <a:cs typeface="+mn-lt"/>
              </a:rPr>
              <a:t>Resistors</a:t>
            </a:r>
          </a:p>
          <a:p>
            <a:pPr>
              <a:buFont typeface="Wingdings" panose="020B0604020202020204" pitchFamily="34" charset="0"/>
              <a:buChar char="Ø"/>
            </a:pPr>
            <a:r>
              <a:rPr lang="en-US" sz="2000">
                <a:solidFill>
                  <a:schemeClr val="bg1"/>
                </a:solidFill>
                <a:latin typeface="Arial"/>
                <a:ea typeface="+mn-lt"/>
                <a:cs typeface="+mn-lt"/>
              </a:rPr>
              <a:t>Capacitors</a:t>
            </a:r>
          </a:p>
          <a:p>
            <a:pPr>
              <a:buFont typeface="Wingdings" panose="020B0604020202020204" pitchFamily="34" charset="0"/>
              <a:buChar char="Ø"/>
            </a:pPr>
            <a:r>
              <a:rPr lang="en-US" sz="2000">
                <a:solidFill>
                  <a:schemeClr val="bg1"/>
                </a:solidFill>
                <a:latin typeface="Arial"/>
                <a:ea typeface="+mn-lt"/>
                <a:cs typeface="+mn-lt"/>
              </a:rPr>
              <a:t>Diodes</a:t>
            </a:r>
          </a:p>
          <a:p>
            <a:pPr>
              <a:buFont typeface="Wingdings" panose="020B0604020202020204" pitchFamily="34" charset="0"/>
              <a:buChar char="Ø"/>
            </a:pPr>
            <a:r>
              <a:rPr lang="en-US" sz="2000">
                <a:solidFill>
                  <a:schemeClr val="bg1"/>
                </a:solidFill>
                <a:latin typeface="Arial"/>
                <a:ea typeface="+mn-lt"/>
                <a:cs typeface="+mn-lt"/>
              </a:rPr>
              <a:t>Transformer</a:t>
            </a:r>
          </a:p>
          <a:p>
            <a:pPr>
              <a:buFont typeface="Wingdings" panose="020B0604020202020204" pitchFamily="34" charset="0"/>
              <a:buChar char="Ø"/>
            </a:pPr>
            <a:r>
              <a:rPr lang="en-US" sz="2000">
                <a:solidFill>
                  <a:schemeClr val="bg1"/>
                </a:solidFill>
                <a:latin typeface="Arial"/>
                <a:ea typeface="+mn-lt"/>
                <a:cs typeface="+mn-lt"/>
              </a:rPr>
              <a:t>Voltage Regulator</a:t>
            </a:r>
          </a:p>
          <a:p>
            <a:pPr>
              <a:buFont typeface="Wingdings" panose="020B0604020202020204" pitchFamily="34" charset="0"/>
              <a:buChar char="Ø"/>
            </a:pPr>
            <a:r>
              <a:rPr lang="en-US" sz="2000">
                <a:solidFill>
                  <a:schemeClr val="bg1"/>
                </a:solidFill>
                <a:latin typeface="Arial"/>
                <a:ea typeface="+mn-lt"/>
                <a:cs typeface="+mn-lt"/>
              </a:rPr>
              <a:t>Push Buttons.</a:t>
            </a:r>
            <a:endParaRPr lang="en-US" sz="2000">
              <a:solidFill>
                <a:schemeClr val="bg1"/>
              </a:solidFill>
              <a:latin typeface="Arial"/>
              <a:cs typeface="Arial"/>
            </a:endParaRPr>
          </a:p>
        </p:txBody>
      </p:sp>
    </p:spTree>
    <p:extLst>
      <p:ext uri="{BB962C8B-B14F-4D97-AF65-F5344CB8AC3E}">
        <p14:creationId xmlns:p14="http://schemas.microsoft.com/office/powerpoint/2010/main" val="2740791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A picture containing background pattern&#10;&#10;Description automatically generated">
            <a:extLst>
              <a:ext uri="{FF2B5EF4-FFF2-40B4-BE49-F238E27FC236}">
                <a16:creationId xmlns:a16="http://schemas.microsoft.com/office/drawing/2014/main" id="{40EE8801-418B-455B-9205-84406C67B72A}"/>
              </a:ext>
            </a:extLst>
          </p:cNvPr>
          <p:cNvPicPr>
            <a:picLocks noChangeAspect="1"/>
          </p:cNvPicPr>
          <p:nvPr/>
        </p:nvPicPr>
        <p:blipFill>
          <a:blip r:embed="rId2"/>
          <a:stretch>
            <a:fillRect/>
          </a:stretch>
        </p:blipFill>
        <p:spPr>
          <a:xfrm>
            <a:off x="-5750" y="-2516"/>
            <a:ext cx="12203501" cy="6863032"/>
          </a:xfrm>
          <a:prstGeom prst="rect">
            <a:avLst/>
          </a:prstGeom>
        </p:spPr>
      </p:pic>
      <p:sp>
        <p:nvSpPr>
          <p:cNvPr id="5" name="Title 4">
            <a:extLst>
              <a:ext uri="{FF2B5EF4-FFF2-40B4-BE49-F238E27FC236}">
                <a16:creationId xmlns:a16="http://schemas.microsoft.com/office/drawing/2014/main" id="{1FC8ADB7-131A-495D-B063-CE7D2E484523}"/>
              </a:ext>
            </a:extLst>
          </p:cNvPr>
          <p:cNvSpPr>
            <a:spLocks noGrp="1"/>
          </p:cNvSpPr>
          <p:nvPr>
            <p:ph type="title"/>
          </p:nvPr>
        </p:nvSpPr>
        <p:spPr>
          <a:xfrm>
            <a:off x="465826" y="-95868"/>
            <a:ext cx="10241280" cy="1234440"/>
          </a:xfrm>
        </p:spPr>
        <p:txBody>
          <a:bodyPr/>
          <a:lstStyle/>
          <a:p>
            <a:r>
              <a:rPr lang="en-US" dirty="0">
                <a:solidFill>
                  <a:srgbClr val="FF0000"/>
                </a:solidFill>
                <a:latin typeface="Times"/>
                <a:cs typeface="Times"/>
              </a:rPr>
              <a:t>Software requirements</a:t>
            </a:r>
          </a:p>
        </p:txBody>
      </p:sp>
      <p:sp>
        <p:nvSpPr>
          <p:cNvPr id="8" name="Content Placeholder 7">
            <a:extLst>
              <a:ext uri="{FF2B5EF4-FFF2-40B4-BE49-F238E27FC236}">
                <a16:creationId xmlns:a16="http://schemas.microsoft.com/office/drawing/2014/main" id="{8E4D313B-8608-46E2-9BF6-850BBB0CA801}"/>
              </a:ext>
            </a:extLst>
          </p:cNvPr>
          <p:cNvSpPr>
            <a:spLocks noGrp="1"/>
          </p:cNvSpPr>
          <p:nvPr>
            <p:ph idx="1"/>
          </p:nvPr>
        </p:nvSpPr>
        <p:spPr>
          <a:xfrm>
            <a:off x="1616015" y="2831132"/>
            <a:ext cx="10241280" cy="3168598"/>
          </a:xfrm>
        </p:spPr>
        <p:txBody>
          <a:bodyPr vert="horz" lIns="0" tIns="0" rIns="0" bIns="0" rtlCol="0" anchor="t">
            <a:normAutofit/>
          </a:bodyPr>
          <a:lstStyle/>
          <a:p>
            <a:pPr>
              <a:buFont typeface="Wingdings" panose="020B0604020202020204" pitchFamily="34" charset="0"/>
              <a:buChar char="Ø"/>
            </a:pPr>
            <a:r>
              <a:rPr lang="en-US" sz="3600" dirty="0">
                <a:solidFill>
                  <a:schemeClr val="bg1"/>
                </a:solidFill>
              </a:rPr>
              <a:t> Arduino software</a:t>
            </a:r>
          </a:p>
          <a:p>
            <a:pPr>
              <a:buFont typeface="Wingdings" panose="020B0604020202020204" pitchFamily="34" charset="0"/>
              <a:buChar char="Ø"/>
            </a:pPr>
            <a:r>
              <a:rPr lang="en-US" sz="3600" dirty="0">
                <a:solidFill>
                  <a:schemeClr val="bg1"/>
                </a:solidFill>
              </a:rPr>
              <a:t> Language: Arduino Programming language</a:t>
            </a:r>
          </a:p>
          <a:p>
            <a:pPr>
              <a:buFont typeface="Wingdings" panose="020B0604020202020204" pitchFamily="34" charset="0"/>
              <a:buChar char="Ø"/>
            </a:pPr>
            <a:endParaRPr lang="en-US" sz="3600" dirty="0">
              <a:solidFill>
                <a:schemeClr val="bg1"/>
              </a:solidFill>
            </a:endParaRPr>
          </a:p>
          <a:p>
            <a:pPr>
              <a:buFont typeface="Wingdings" panose="020B0604020202020204" pitchFamily="34" charset="0"/>
              <a:buChar char="Ø"/>
            </a:pPr>
            <a:endParaRPr lang="en-US" sz="3600" dirty="0">
              <a:solidFill>
                <a:schemeClr val="bg1"/>
              </a:solidFill>
            </a:endParaRPr>
          </a:p>
          <a:p>
            <a:pPr>
              <a:buFont typeface="Wingdings" panose="020B0604020202020204" pitchFamily="34" charset="0"/>
              <a:buChar char="Ø"/>
            </a:pPr>
            <a:endParaRPr lang="en-US" sz="3600" dirty="0">
              <a:solidFill>
                <a:schemeClr val="bg1"/>
              </a:solidFill>
            </a:endParaRPr>
          </a:p>
          <a:p>
            <a:pPr>
              <a:buFont typeface="Wingdings" panose="020B0604020202020204" pitchFamily="34" charset="0"/>
              <a:buChar char="Ø"/>
            </a:pPr>
            <a:endParaRPr lang="en-US" sz="3600" dirty="0">
              <a:solidFill>
                <a:schemeClr val="bg1"/>
              </a:solidFill>
            </a:endParaRPr>
          </a:p>
          <a:p>
            <a:pPr>
              <a:buFont typeface="Wingdings" panose="020B0604020202020204" pitchFamily="34" charset="0"/>
              <a:buChar char="Ø"/>
            </a:pPr>
            <a:endParaRPr lang="en-US" sz="3600" dirty="0">
              <a:solidFill>
                <a:schemeClr val="bg1"/>
              </a:solidFill>
            </a:endParaRPr>
          </a:p>
          <a:p>
            <a:pPr>
              <a:buFont typeface="Wingdings" panose="020B0604020202020204" pitchFamily="34" charset="0"/>
              <a:buChar char="Ø"/>
            </a:pPr>
            <a:endParaRPr lang="en-US" sz="3600" dirty="0">
              <a:solidFill>
                <a:schemeClr val="bg1"/>
              </a:solidFill>
            </a:endParaRPr>
          </a:p>
          <a:p>
            <a:pPr>
              <a:buFont typeface="Wingdings" panose="020B0604020202020204" pitchFamily="34" charset="0"/>
              <a:buChar char="Ø"/>
            </a:pPr>
            <a:endParaRPr lang="en-US" sz="3600" dirty="0">
              <a:solidFill>
                <a:schemeClr val="bg1"/>
              </a:solidFill>
            </a:endParaRPr>
          </a:p>
          <a:p>
            <a:pPr>
              <a:buFont typeface="Wingdings" panose="020B0604020202020204" pitchFamily="34" charset="0"/>
              <a:buChar char="Ø"/>
            </a:pPr>
            <a:endParaRPr lang="en-US" sz="3600" dirty="0">
              <a:solidFill>
                <a:schemeClr val="bg1"/>
              </a:solidFill>
            </a:endParaRPr>
          </a:p>
        </p:txBody>
      </p:sp>
    </p:spTree>
    <p:extLst>
      <p:ext uri="{BB962C8B-B14F-4D97-AF65-F5344CB8AC3E}">
        <p14:creationId xmlns:p14="http://schemas.microsoft.com/office/powerpoint/2010/main" val="1418691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Background pattern&#10;&#10;Description automatically generated">
            <a:extLst>
              <a:ext uri="{FF2B5EF4-FFF2-40B4-BE49-F238E27FC236}">
                <a16:creationId xmlns:a16="http://schemas.microsoft.com/office/drawing/2014/main" id="{E912BDC0-D630-4AEF-B25F-6205877827B1}"/>
              </a:ext>
            </a:extLst>
          </p:cNvPr>
          <p:cNvPicPr>
            <a:picLocks noChangeAspect="1"/>
          </p:cNvPicPr>
          <p:nvPr/>
        </p:nvPicPr>
        <p:blipFill>
          <a:blip r:embed="rId2"/>
          <a:stretch>
            <a:fillRect/>
          </a:stretch>
        </p:blipFill>
        <p:spPr>
          <a:xfrm>
            <a:off x="-5750" y="-4695"/>
            <a:ext cx="12203500" cy="6867390"/>
          </a:xfrm>
          <a:prstGeom prst="rect">
            <a:avLst/>
          </a:prstGeom>
        </p:spPr>
      </p:pic>
      <p:sp>
        <p:nvSpPr>
          <p:cNvPr id="6" name="Title 5">
            <a:extLst>
              <a:ext uri="{FF2B5EF4-FFF2-40B4-BE49-F238E27FC236}">
                <a16:creationId xmlns:a16="http://schemas.microsoft.com/office/drawing/2014/main" id="{E284E046-0EC9-4EB1-9978-B5F427EFDF00}"/>
              </a:ext>
            </a:extLst>
          </p:cNvPr>
          <p:cNvSpPr>
            <a:spLocks noGrp="1"/>
          </p:cNvSpPr>
          <p:nvPr>
            <p:ph type="title"/>
          </p:nvPr>
        </p:nvSpPr>
        <p:spPr>
          <a:xfrm>
            <a:off x="969034" y="-182133"/>
            <a:ext cx="10241280" cy="1234440"/>
          </a:xfrm>
        </p:spPr>
        <p:txBody>
          <a:bodyPr/>
          <a:lstStyle/>
          <a:p>
            <a:r>
              <a:rPr lang="en-US" dirty="0" err="1">
                <a:solidFill>
                  <a:srgbClr val="FF0000"/>
                </a:solidFill>
                <a:latin typeface="Times"/>
                <a:cs typeface="Times"/>
              </a:rPr>
              <a:t>arduino</a:t>
            </a:r>
            <a:endParaRPr lang="en-US">
              <a:solidFill>
                <a:srgbClr val="FF0000"/>
              </a:solidFill>
              <a:latin typeface="Times"/>
              <a:cs typeface="Times"/>
            </a:endParaRPr>
          </a:p>
        </p:txBody>
      </p:sp>
      <p:sp>
        <p:nvSpPr>
          <p:cNvPr id="8" name="Content Placeholder 7">
            <a:extLst>
              <a:ext uri="{FF2B5EF4-FFF2-40B4-BE49-F238E27FC236}">
                <a16:creationId xmlns:a16="http://schemas.microsoft.com/office/drawing/2014/main" id="{5BAF9A0D-1DF9-4DB8-A4B0-F27440A06E69}"/>
              </a:ext>
            </a:extLst>
          </p:cNvPr>
          <p:cNvSpPr>
            <a:spLocks noGrp="1"/>
          </p:cNvSpPr>
          <p:nvPr>
            <p:ph idx="1"/>
          </p:nvPr>
        </p:nvSpPr>
        <p:spPr>
          <a:xfrm>
            <a:off x="1040921" y="1522792"/>
            <a:ext cx="9148600" cy="3959352"/>
          </a:xfrm>
        </p:spPr>
        <p:txBody>
          <a:bodyPr vert="horz" lIns="0" tIns="0" rIns="0" bIns="0" rtlCol="0" anchor="t">
            <a:normAutofit/>
          </a:bodyPr>
          <a:lstStyle/>
          <a:p>
            <a:pPr>
              <a:buFont typeface="Wingdings" panose="020B0604020202020204" pitchFamily="34" charset="0"/>
              <a:buChar char="Ø"/>
            </a:pPr>
            <a:r>
              <a:rPr lang="en-US" sz="2800" dirty="0">
                <a:solidFill>
                  <a:schemeClr val="bg1"/>
                </a:solidFill>
              </a:rPr>
              <a:t>The Arduino microcontroller is an easy to use yet powerful single board computer that has gained considerable traction</a:t>
            </a:r>
            <a:endParaRPr lang="en-US" dirty="0">
              <a:solidFill>
                <a:schemeClr val="bg1"/>
              </a:solidFill>
            </a:endParaRPr>
          </a:p>
          <a:p>
            <a:pPr marL="0" indent="0">
              <a:buNone/>
            </a:pPr>
            <a:r>
              <a:rPr lang="en-US" sz="2800" dirty="0">
                <a:solidFill>
                  <a:schemeClr val="bg1"/>
                </a:solidFill>
              </a:rPr>
              <a:t>  in the hobby and professional market.</a:t>
            </a:r>
            <a:endParaRPr lang="en-US" dirty="0">
              <a:solidFill>
                <a:schemeClr val="bg1"/>
              </a:solidFill>
            </a:endParaRPr>
          </a:p>
          <a:p>
            <a:pPr>
              <a:buFont typeface="Wingdings" panose="020B0604020202020204" pitchFamily="34" charset="0"/>
              <a:buChar char="Ø"/>
            </a:pPr>
            <a:r>
              <a:rPr lang="en-US" sz="2800" dirty="0">
                <a:solidFill>
                  <a:schemeClr val="bg1"/>
                </a:solidFill>
              </a:rPr>
              <a:t>The Arduino is open-source, which means</a:t>
            </a:r>
          </a:p>
          <a:p>
            <a:pPr marL="0" indent="0">
              <a:buNone/>
            </a:pPr>
            <a:r>
              <a:rPr lang="en-US" sz="2800" dirty="0">
                <a:solidFill>
                  <a:schemeClr val="bg1"/>
                </a:solidFill>
              </a:rPr>
              <a:t>   hardware is reasonably priced and </a:t>
            </a:r>
            <a:endParaRPr lang="en-US" dirty="0">
              <a:solidFill>
                <a:schemeClr val="bg1"/>
              </a:solidFill>
            </a:endParaRPr>
          </a:p>
          <a:p>
            <a:pPr marL="0" indent="0">
              <a:buNone/>
            </a:pPr>
            <a:r>
              <a:rPr lang="en-US" sz="2800" dirty="0">
                <a:solidFill>
                  <a:schemeClr val="bg1"/>
                </a:solidFill>
              </a:rPr>
              <a:t>  development software is free.</a:t>
            </a:r>
            <a:endParaRPr lang="en-US">
              <a:solidFill>
                <a:schemeClr val="bg1"/>
              </a:solidFill>
            </a:endParaRPr>
          </a:p>
        </p:txBody>
      </p:sp>
      <p:pic>
        <p:nvPicPr>
          <p:cNvPr id="9" name="Picture 9" descr="A picture containing text, electronics, circuit&#10;&#10;Description automatically generated">
            <a:extLst>
              <a:ext uri="{FF2B5EF4-FFF2-40B4-BE49-F238E27FC236}">
                <a16:creationId xmlns:a16="http://schemas.microsoft.com/office/drawing/2014/main" id="{7967B106-8B58-4289-85D6-A19FA743AFFF}"/>
              </a:ext>
            </a:extLst>
          </p:cNvPr>
          <p:cNvPicPr>
            <a:picLocks noChangeAspect="1"/>
          </p:cNvPicPr>
          <p:nvPr/>
        </p:nvPicPr>
        <p:blipFill>
          <a:blip r:embed="rId3"/>
          <a:stretch>
            <a:fillRect/>
          </a:stretch>
        </p:blipFill>
        <p:spPr>
          <a:xfrm>
            <a:off x="7441721" y="3587708"/>
            <a:ext cx="4180934" cy="2356772"/>
          </a:xfrm>
          <a:prstGeom prst="rect">
            <a:avLst/>
          </a:prstGeom>
        </p:spPr>
      </p:pic>
    </p:spTree>
    <p:extLst>
      <p:ext uri="{BB962C8B-B14F-4D97-AF65-F5344CB8AC3E}">
        <p14:creationId xmlns:p14="http://schemas.microsoft.com/office/powerpoint/2010/main" val="1082790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A picture containing background pattern&#10;&#10;Description automatically generated">
            <a:extLst>
              <a:ext uri="{FF2B5EF4-FFF2-40B4-BE49-F238E27FC236}">
                <a16:creationId xmlns:a16="http://schemas.microsoft.com/office/drawing/2014/main" id="{40EE8801-418B-455B-9205-84406C67B72A}"/>
              </a:ext>
            </a:extLst>
          </p:cNvPr>
          <p:cNvPicPr>
            <a:picLocks noChangeAspect="1"/>
          </p:cNvPicPr>
          <p:nvPr/>
        </p:nvPicPr>
        <p:blipFill>
          <a:blip r:embed="rId2"/>
          <a:stretch>
            <a:fillRect/>
          </a:stretch>
        </p:blipFill>
        <p:spPr>
          <a:xfrm>
            <a:off x="-5750" y="-2516"/>
            <a:ext cx="12203501" cy="6863032"/>
          </a:xfrm>
          <a:prstGeom prst="rect">
            <a:avLst/>
          </a:prstGeom>
        </p:spPr>
      </p:pic>
      <p:sp>
        <p:nvSpPr>
          <p:cNvPr id="3" name="Title 2">
            <a:extLst>
              <a:ext uri="{FF2B5EF4-FFF2-40B4-BE49-F238E27FC236}">
                <a16:creationId xmlns:a16="http://schemas.microsoft.com/office/drawing/2014/main" id="{041F7E09-1190-44E8-AF39-7B3A4432E03B}"/>
              </a:ext>
            </a:extLst>
          </p:cNvPr>
          <p:cNvSpPr>
            <a:spLocks noGrp="1"/>
          </p:cNvSpPr>
          <p:nvPr>
            <p:ph type="title"/>
          </p:nvPr>
        </p:nvSpPr>
        <p:spPr>
          <a:xfrm>
            <a:off x="667109" y="-210887"/>
            <a:ext cx="10241280" cy="1234440"/>
          </a:xfrm>
        </p:spPr>
        <p:txBody>
          <a:bodyPr/>
          <a:lstStyle/>
          <a:p>
            <a:r>
              <a:rPr lang="en-US" dirty="0">
                <a:solidFill>
                  <a:srgbClr val="FF0000"/>
                </a:solidFill>
                <a:latin typeface="Times"/>
                <a:cs typeface="Times"/>
              </a:rPr>
              <a:t>Working of </a:t>
            </a:r>
            <a:r>
              <a:rPr lang="en-US" dirty="0" err="1">
                <a:solidFill>
                  <a:srgbClr val="FF0000"/>
                </a:solidFill>
                <a:latin typeface="Times"/>
                <a:cs typeface="Times"/>
              </a:rPr>
              <a:t>arduino</a:t>
            </a:r>
            <a:endParaRPr lang="en-US" dirty="0">
              <a:solidFill>
                <a:srgbClr val="FF0000"/>
              </a:solidFill>
              <a:latin typeface="Times"/>
              <a:cs typeface="Times"/>
            </a:endParaRPr>
          </a:p>
        </p:txBody>
      </p:sp>
      <p:sp>
        <p:nvSpPr>
          <p:cNvPr id="6" name="Content Placeholder 5">
            <a:extLst>
              <a:ext uri="{FF2B5EF4-FFF2-40B4-BE49-F238E27FC236}">
                <a16:creationId xmlns:a16="http://schemas.microsoft.com/office/drawing/2014/main" id="{14D7CC39-FE35-4562-87DC-71A22F5E381E}"/>
              </a:ext>
            </a:extLst>
          </p:cNvPr>
          <p:cNvSpPr>
            <a:spLocks noGrp="1"/>
          </p:cNvSpPr>
          <p:nvPr>
            <p:ph idx="1"/>
          </p:nvPr>
        </p:nvSpPr>
        <p:spPr>
          <a:xfrm>
            <a:off x="1199072" y="1810339"/>
            <a:ext cx="10241280" cy="3959352"/>
          </a:xfrm>
        </p:spPr>
        <p:txBody>
          <a:bodyPr vert="horz" lIns="0" tIns="0" rIns="0" bIns="0" rtlCol="0" anchor="t">
            <a:normAutofit/>
          </a:bodyPr>
          <a:lstStyle/>
          <a:p>
            <a:pPr>
              <a:buFont typeface="Wingdings" panose="020B0604020202020204" pitchFamily="34" charset="0"/>
              <a:buChar char="Ø"/>
            </a:pPr>
            <a:r>
              <a:rPr lang="en-US" sz="2800" u="sng" dirty="0">
                <a:solidFill>
                  <a:srgbClr val="00B050"/>
                </a:solidFill>
                <a:ea typeface="+mn-lt"/>
                <a:cs typeface="+mn-lt"/>
              </a:rPr>
              <a:t>Inexpensive</a:t>
            </a:r>
            <a:r>
              <a:rPr lang="en-US" sz="2800" dirty="0">
                <a:solidFill>
                  <a:srgbClr val="00B050"/>
                </a:solidFill>
                <a:ea typeface="+mn-lt"/>
                <a:cs typeface="+mn-lt"/>
              </a:rPr>
              <a:t> :</a:t>
            </a:r>
            <a:endParaRPr lang="en-US" dirty="0">
              <a:solidFill>
                <a:srgbClr val="00B050"/>
              </a:solidFill>
            </a:endParaRPr>
          </a:p>
          <a:p>
            <a:pPr marL="0" indent="0">
              <a:buNone/>
            </a:pPr>
            <a:r>
              <a:rPr lang="en-US" sz="2800" dirty="0">
                <a:solidFill>
                  <a:schemeClr val="bg1"/>
                </a:solidFill>
                <a:ea typeface="+mn-lt"/>
                <a:cs typeface="+mn-lt"/>
              </a:rPr>
              <a:t>                   Arduino boards are relatively inexpensive compared to other microcontroller platforms. </a:t>
            </a:r>
            <a:endParaRPr lang="en-US">
              <a:solidFill>
                <a:schemeClr val="bg1"/>
              </a:solidFill>
            </a:endParaRPr>
          </a:p>
          <a:p>
            <a:pPr>
              <a:buFont typeface="Wingdings" panose="020B0604020202020204" pitchFamily="34" charset="0"/>
              <a:buChar char="Ø"/>
            </a:pPr>
            <a:r>
              <a:rPr lang="en-US" sz="2800" u="sng" dirty="0">
                <a:solidFill>
                  <a:srgbClr val="00B050"/>
                </a:solidFill>
                <a:ea typeface="+mn-lt"/>
                <a:cs typeface="+mn-lt"/>
              </a:rPr>
              <a:t>Cross-platform</a:t>
            </a:r>
            <a:r>
              <a:rPr lang="en-US" sz="2800" dirty="0">
                <a:solidFill>
                  <a:srgbClr val="00B050"/>
                </a:solidFill>
                <a:ea typeface="+mn-lt"/>
                <a:cs typeface="+mn-lt"/>
              </a:rPr>
              <a:t> :</a:t>
            </a:r>
            <a:endParaRPr lang="en-US" dirty="0">
              <a:solidFill>
                <a:srgbClr val="00B050"/>
              </a:solidFill>
              <a:ea typeface="+mn-lt"/>
              <a:cs typeface="+mn-lt"/>
            </a:endParaRPr>
          </a:p>
          <a:p>
            <a:pPr marL="0" indent="0">
              <a:buNone/>
            </a:pPr>
            <a:r>
              <a:rPr lang="en-US" sz="2800" dirty="0">
                <a:solidFill>
                  <a:schemeClr val="bg1"/>
                </a:solidFill>
                <a:ea typeface="+mn-lt"/>
                <a:cs typeface="+mn-lt"/>
              </a:rPr>
              <a:t>                   The Arduino software runs on Windows, Macintosh OSX, and Linux operating systems. Most microcontroller systems are limited to Windows</a:t>
            </a:r>
            <a:r>
              <a:rPr lang="en-US" dirty="0">
                <a:solidFill>
                  <a:schemeClr val="bg1"/>
                </a:solidFill>
                <a:ea typeface="+mn-lt"/>
                <a:cs typeface="+mn-lt"/>
              </a:rPr>
              <a:t>.</a:t>
            </a:r>
            <a:endParaRPr lang="en-US">
              <a:solidFill>
                <a:schemeClr val="bg1"/>
              </a:solidFill>
            </a:endParaRPr>
          </a:p>
        </p:txBody>
      </p:sp>
    </p:spTree>
    <p:extLst>
      <p:ext uri="{BB962C8B-B14F-4D97-AF65-F5344CB8AC3E}">
        <p14:creationId xmlns:p14="http://schemas.microsoft.com/office/powerpoint/2010/main" val="778630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A picture containing background pattern&#10;&#10;Description automatically generated">
            <a:extLst>
              <a:ext uri="{FF2B5EF4-FFF2-40B4-BE49-F238E27FC236}">
                <a16:creationId xmlns:a16="http://schemas.microsoft.com/office/drawing/2014/main" id="{40EE8801-418B-455B-9205-84406C67B72A}"/>
              </a:ext>
            </a:extLst>
          </p:cNvPr>
          <p:cNvPicPr>
            <a:picLocks noChangeAspect="1"/>
          </p:cNvPicPr>
          <p:nvPr/>
        </p:nvPicPr>
        <p:blipFill>
          <a:blip r:embed="rId2"/>
          <a:stretch>
            <a:fillRect/>
          </a:stretch>
        </p:blipFill>
        <p:spPr>
          <a:xfrm>
            <a:off x="-5750" y="-2516"/>
            <a:ext cx="12203501" cy="6863032"/>
          </a:xfrm>
          <a:prstGeom prst="rect">
            <a:avLst/>
          </a:prstGeom>
        </p:spPr>
      </p:pic>
      <p:sp>
        <p:nvSpPr>
          <p:cNvPr id="3" name="Title 2">
            <a:extLst>
              <a:ext uri="{FF2B5EF4-FFF2-40B4-BE49-F238E27FC236}">
                <a16:creationId xmlns:a16="http://schemas.microsoft.com/office/drawing/2014/main" id="{041F7E09-1190-44E8-AF39-7B3A4432E03B}"/>
              </a:ext>
            </a:extLst>
          </p:cNvPr>
          <p:cNvSpPr>
            <a:spLocks noGrp="1"/>
          </p:cNvSpPr>
          <p:nvPr>
            <p:ph type="title"/>
          </p:nvPr>
        </p:nvSpPr>
        <p:spPr>
          <a:xfrm>
            <a:off x="638355" y="-225263"/>
            <a:ext cx="10241280" cy="1234440"/>
          </a:xfrm>
        </p:spPr>
        <p:txBody>
          <a:bodyPr/>
          <a:lstStyle/>
          <a:p>
            <a:r>
              <a:rPr lang="en-US" dirty="0">
                <a:solidFill>
                  <a:srgbClr val="FF0000"/>
                </a:solidFill>
                <a:latin typeface="Times"/>
                <a:cs typeface="Times"/>
              </a:rPr>
              <a:t>Working of </a:t>
            </a:r>
            <a:r>
              <a:rPr lang="en-US" dirty="0" err="1">
                <a:solidFill>
                  <a:srgbClr val="FF0000"/>
                </a:solidFill>
                <a:latin typeface="Times"/>
                <a:cs typeface="Times"/>
              </a:rPr>
              <a:t>arduino</a:t>
            </a:r>
            <a:endParaRPr lang="en-US" dirty="0">
              <a:solidFill>
                <a:srgbClr val="FF0000"/>
              </a:solidFill>
              <a:latin typeface="Times"/>
              <a:cs typeface="Times"/>
            </a:endParaRPr>
          </a:p>
        </p:txBody>
      </p:sp>
      <p:sp>
        <p:nvSpPr>
          <p:cNvPr id="6" name="Content Placeholder 5">
            <a:extLst>
              <a:ext uri="{FF2B5EF4-FFF2-40B4-BE49-F238E27FC236}">
                <a16:creationId xmlns:a16="http://schemas.microsoft.com/office/drawing/2014/main" id="{14D7CC39-FE35-4562-87DC-71A22F5E381E}"/>
              </a:ext>
            </a:extLst>
          </p:cNvPr>
          <p:cNvSpPr>
            <a:spLocks noGrp="1"/>
          </p:cNvSpPr>
          <p:nvPr>
            <p:ph idx="1"/>
          </p:nvPr>
        </p:nvSpPr>
        <p:spPr>
          <a:xfrm>
            <a:off x="1040921" y="1839094"/>
            <a:ext cx="10241280" cy="3959352"/>
          </a:xfrm>
        </p:spPr>
        <p:txBody>
          <a:bodyPr vert="horz" lIns="0" tIns="0" rIns="0" bIns="0" rtlCol="0" anchor="t">
            <a:normAutofit/>
          </a:bodyPr>
          <a:lstStyle/>
          <a:p>
            <a:pPr>
              <a:buFont typeface="Wingdings" panose="020B0604020202020204" pitchFamily="34" charset="0"/>
              <a:buChar char="Ø"/>
            </a:pPr>
            <a:r>
              <a:rPr lang="en-US" sz="2800" u="sng" dirty="0">
                <a:solidFill>
                  <a:srgbClr val="00B050"/>
                </a:solidFill>
                <a:ea typeface="+mn-lt"/>
                <a:cs typeface="+mn-lt"/>
              </a:rPr>
              <a:t>Programming environment</a:t>
            </a:r>
            <a:r>
              <a:rPr lang="en-US" sz="2800" dirty="0">
                <a:solidFill>
                  <a:srgbClr val="00B050"/>
                </a:solidFill>
                <a:ea typeface="+mn-lt"/>
                <a:cs typeface="+mn-lt"/>
              </a:rPr>
              <a:t> :</a:t>
            </a:r>
          </a:p>
          <a:p>
            <a:pPr marL="0" indent="0">
              <a:buNone/>
            </a:pPr>
            <a:r>
              <a:rPr lang="en-US" sz="2800" dirty="0">
                <a:solidFill>
                  <a:schemeClr val="bg1"/>
                </a:solidFill>
                <a:ea typeface="+mn-lt"/>
                <a:cs typeface="+mn-lt"/>
              </a:rPr>
              <a:t>                       The Arduino programming environment is easy-to-use for beginners, yet flexible enough for advanced users to take advantage of as well.</a:t>
            </a:r>
          </a:p>
          <a:p>
            <a:pPr>
              <a:buFont typeface="Wingdings" panose="020B0604020202020204" pitchFamily="34" charset="0"/>
              <a:buChar char="Ø"/>
            </a:pPr>
            <a:r>
              <a:rPr lang="en-US" sz="2800" u="sng" dirty="0">
                <a:solidFill>
                  <a:srgbClr val="00B050"/>
                </a:solidFill>
                <a:ea typeface="+mn-lt"/>
                <a:cs typeface="+mn-lt"/>
              </a:rPr>
              <a:t>Open source and extensible software</a:t>
            </a:r>
            <a:r>
              <a:rPr lang="en-US" sz="2800" dirty="0">
                <a:solidFill>
                  <a:srgbClr val="00B050"/>
                </a:solidFill>
                <a:ea typeface="+mn-lt"/>
                <a:cs typeface="+mn-lt"/>
              </a:rPr>
              <a:t> :</a:t>
            </a:r>
          </a:p>
          <a:p>
            <a:pPr marL="0" indent="0">
              <a:buNone/>
            </a:pPr>
            <a:r>
              <a:rPr lang="en-US" sz="2800" dirty="0">
                <a:solidFill>
                  <a:schemeClr val="bg1"/>
                </a:solidFill>
                <a:ea typeface="+mn-lt"/>
                <a:cs typeface="+mn-lt"/>
              </a:rPr>
              <a:t>                        The Arduino software and is published as open source tools, available for extension by experienced programmers.</a:t>
            </a:r>
            <a:endParaRPr lang="en-US" sz="2800">
              <a:solidFill>
                <a:schemeClr val="bg1"/>
              </a:solidFill>
            </a:endParaRPr>
          </a:p>
        </p:txBody>
      </p:sp>
    </p:spTree>
    <p:extLst>
      <p:ext uri="{BB962C8B-B14F-4D97-AF65-F5344CB8AC3E}">
        <p14:creationId xmlns:p14="http://schemas.microsoft.com/office/powerpoint/2010/main" val="4159065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honeycomb, dome, outdoor object&#10;&#10;Description automatically generated">
            <a:extLst>
              <a:ext uri="{FF2B5EF4-FFF2-40B4-BE49-F238E27FC236}">
                <a16:creationId xmlns:a16="http://schemas.microsoft.com/office/drawing/2014/main" id="{4418B608-B0BA-4485-BF44-3EF42F0EA431}"/>
              </a:ext>
            </a:extLst>
          </p:cNvPr>
          <p:cNvPicPr>
            <a:picLocks noGrp="1" noChangeAspect="1"/>
          </p:cNvPicPr>
          <p:nvPr>
            <p:ph idx="1"/>
          </p:nvPr>
        </p:nvPicPr>
        <p:blipFill>
          <a:blip r:embed="rId2"/>
          <a:stretch>
            <a:fillRect/>
          </a:stretch>
        </p:blipFill>
        <p:spPr>
          <a:xfrm>
            <a:off x="2660" y="-5337"/>
            <a:ext cx="12188405" cy="6857460"/>
          </a:xfrm>
        </p:spPr>
      </p:pic>
      <p:sp>
        <p:nvSpPr>
          <p:cNvPr id="2" name="Title 1">
            <a:extLst>
              <a:ext uri="{FF2B5EF4-FFF2-40B4-BE49-F238E27FC236}">
                <a16:creationId xmlns:a16="http://schemas.microsoft.com/office/drawing/2014/main" id="{4A043E17-30F3-4926-AA21-DB1B834189C2}"/>
              </a:ext>
            </a:extLst>
          </p:cNvPr>
          <p:cNvSpPr>
            <a:spLocks noGrp="1"/>
          </p:cNvSpPr>
          <p:nvPr>
            <p:ph type="title"/>
          </p:nvPr>
        </p:nvSpPr>
        <p:spPr>
          <a:xfrm>
            <a:off x="897147" y="4773"/>
            <a:ext cx="10241280" cy="1234440"/>
          </a:xfrm>
        </p:spPr>
        <p:txBody>
          <a:bodyPr>
            <a:normAutofit/>
          </a:bodyPr>
          <a:lstStyle/>
          <a:p>
            <a:r>
              <a:rPr lang="en-US" sz="6000" dirty="0" err="1">
                <a:solidFill>
                  <a:schemeClr val="accent1"/>
                </a:solidFill>
                <a:latin typeface="Times"/>
                <a:cs typeface="Times"/>
              </a:rPr>
              <a:t>pwm</a:t>
            </a:r>
            <a:endParaRPr lang="en-US" sz="6000" dirty="0">
              <a:solidFill>
                <a:schemeClr val="accent1"/>
              </a:solidFill>
              <a:latin typeface="Times"/>
              <a:cs typeface="Times"/>
            </a:endParaRPr>
          </a:p>
        </p:txBody>
      </p:sp>
      <p:sp>
        <p:nvSpPr>
          <p:cNvPr id="5" name="TextBox 4">
            <a:extLst>
              <a:ext uri="{FF2B5EF4-FFF2-40B4-BE49-F238E27FC236}">
                <a16:creationId xmlns:a16="http://schemas.microsoft.com/office/drawing/2014/main" id="{02CC8282-CD5F-4D47-9C4F-1CB77FC67408}"/>
              </a:ext>
            </a:extLst>
          </p:cNvPr>
          <p:cNvSpPr txBox="1"/>
          <p:nvPr/>
        </p:nvSpPr>
        <p:spPr>
          <a:xfrm>
            <a:off x="1015043" y="1978325"/>
            <a:ext cx="1032006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v"/>
            </a:pPr>
            <a:r>
              <a:rPr lang="en-US" sz="2800" dirty="0">
                <a:ea typeface="+mn-lt"/>
                <a:cs typeface="+mn-lt"/>
              </a:rPr>
              <a:t> The PWM switching frequency has to be much faster than what would affect the load, which is to say the device that uses the power.</a:t>
            </a:r>
          </a:p>
          <a:p>
            <a:endParaRPr lang="en-US" sz="2800" dirty="0">
              <a:ea typeface="+mn-lt"/>
              <a:cs typeface="+mn-lt"/>
            </a:endParaRPr>
          </a:p>
          <a:p>
            <a:pPr marL="285750" indent="-285750">
              <a:buFont typeface="Wingdings"/>
              <a:buChar char="v"/>
            </a:pPr>
            <a:r>
              <a:rPr lang="en-US" sz="2800" dirty="0">
                <a:ea typeface="+mn-lt"/>
                <a:cs typeface="+mn-lt"/>
              </a:rPr>
              <a:t> The term duty cycle describes the proportion of on time to the regular interval or period of time.</a:t>
            </a:r>
          </a:p>
          <a:p>
            <a:endParaRPr lang="en-US" sz="2800" dirty="0">
              <a:ea typeface="+mn-lt"/>
              <a:cs typeface="+mn-lt"/>
            </a:endParaRPr>
          </a:p>
          <a:p>
            <a:pPr marL="285750" indent="-285750">
              <a:buFont typeface="Wingdings"/>
              <a:buChar char="v"/>
            </a:pPr>
            <a:r>
              <a:rPr lang="en-US" sz="2800" dirty="0">
                <a:ea typeface="+mn-lt"/>
                <a:cs typeface="+mn-lt"/>
              </a:rPr>
              <a:t> A low duty cycle corresponds to low power, because the power is off for most of the time. Duty cycle is expressed in percent, 100% being fully on.</a:t>
            </a:r>
            <a:endParaRPr lang="en-US" sz="2800"/>
          </a:p>
        </p:txBody>
      </p:sp>
    </p:spTree>
    <p:extLst>
      <p:ext uri="{BB962C8B-B14F-4D97-AF65-F5344CB8AC3E}">
        <p14:creationId xmlns:p14="http://schemas.microsoft.com/office/powerpoint/2010/main" val="2061173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honeycomb, dome, outdoor object&#10;&#10;Description automatically generated">
            <a:extLst>
              <a:ext uri="{FF2B5EF4-FFF2-40B4-BE49-F238E27FC236}">
                <a16:creationId xmlns:a16="http://schemas.microsoft.com/office/drawing/2014/main" id="{4418B608-B0BA-4485-BF44-3EF42F0EA431}"/>
              </a:ext>
            </a:extLst>
          </p:cNvPr>
          <p:cNvPicPr>
            <a:picLocks noGrp="1" noChangeAspect="1"/>
          </p:cNvPicPr>
          <p:nvPr>
            <p:ph idx="1"/>
          </p:nvPr>
        </p:nvPicPr>
        <p:blipFill>
          <a:blip r:embed="rId2"/>
          <a:stretch>
            <a:fillRect/>
          </a:stretch>
        </p:blipFill>
        <p:spPr>
          <a:xfrm>
            <a:off x="2660" y="-5337"/>
            <a:ext cx="12188405" cy="6857460"/>
          </a:xfrm>
        </p:spPr>
      </p:pic>
      <p:sp>
        <p:nvSpPr>
          <p:cNvPr id="2" name="Title 1">
            <a:extLst>
              <a:ext uri="{FF2B5EF4-FFF2-40B4-BE49-F238E27FC236}">
                <a16:creationId xmlns:a16="http://schemas.microsoft.com/office/drawing/2014/main" id="{4A043E17-30F3-4926-AA21-DB1B834189C2}"/>
              </a:ext>
            </a:extLst>
          </p:cNvPr>
          <p:cNvSpPr>
            <a:spLocks noGrp="1"/>
          </p:cNvSpPr>
          <p:nvPr>
            <p:ph type="title"/>
          </p:nvPr>
        </p:nvSpPr>
        <p:spPr>
          <a:xfrm>
            <a:off x="566467" y="-167755"/>
            <a:ext cx="10241280" cy="1234440"/>
          </a:xfrm>
        </p:spPr>
        <p:txBody>
          <a:bodyPr>
            <a:normAutofit/>
          </a:bodyPr>
          <a:lstStyle/>
          <a:p>
            <a:r>
              <a:rPr lang="en-US" sz="4000" dirty="0" err="1">
                <a:solidFill>
                  <a:schemeClr val="accent1"/>
                </a:solidFill>
                <a:latin typeface="Times"/>
                <a:cs typeface="Times"/>
              </a:rPr>
              <a:t>Pwm</a:t>
            </a:r>
            <a:r>
              <a:rPr lang="en-US" sz="4000" dirty="0">
                <a:solidFill>
                  <a:schemeClr val="accent1"/>
                </a:solidFill>
                <a:latin typeface="Times"/>
                <a:cs typeface="Times"/>
              </a:rPr>
              <a:t> Applications</a:t>
            </a:r>
          </a:p>
        </p:txBody>
      </p:sp>
      <p:sp>
        <p:nvSpPr>
          <p:cNvPr id="5" name="TextBox 4">
            <a:extLst>
              <a:ext uri="{FF2B5EF4-FFF2-40B4-BE49-F238E27FC236}">
                <a16:creationId xmlns:a16="http://schemas.microsoft.com/office/drawing/2014/main" id="{02CC8282-CD5F-4D47-9C4F-1CB77FC67408}"/>
              </a:ext>
            </a:extLst>
          </p:cNvPr>
          <p:cNvSpPr txBox="1"/>
          <p:nvPr/>
        </p:nvSpPr>
        <p:spPr>
          <a:xfrm>
            <a:off x="943156" y="1417607"/>
            <a:ext cx="10320066"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v"/>
            </a:pPr>
            <a:r>
              <a:rPr lang="en-US" sz="3600" dirty="0"/>
              <a:t> Telecommunications</a:t>
            </a:r>
          </a:p>
          <a:p>
            <a:endParaRPr lang="en-US" sz="3600" dirty="0"/>
          </a:p>
          <a:p>
            <a:pPr marL="285750" indent="-285750">
              <a:buFont typeface="Wingdings"/>
              <a:buChar char="v"/>
            </a:pPr>
            <a:r>
              <a:rPr lang="en-US" sz="3600" dirty="0"/>
              <a:t> Power delivery</a:t>
            </a:r>
          </a:p>
          <a:p>
            <a:endParaRPr lang="en-US" sz="3600" dirty="0"/>
          </a:p>
          <a:p>
            <a:pPr marL="285750" indent="-285750">
              <a:buFont typeface="Wingdings"/>
              <a:buChar char="v"/>
            </a:pPr>
            <a:r>
              <a:rPr lang="en-US" sz="3600" dirty="0"/>
              <a:t> Voltage regulation</a:t>
            </a:r>
          </a:p>
          <a:p>
            <a:endParaRPr lang="en-US" sz="3600" dirty="0"/>
          </a:p>
          <a:p>
            <a:pPr marL="285750" indent="-285750">
              <a:buFont typeface="Wingdings"/>
              <a:buChar char="v"/>
            </a:pPr>
            <a:r>
              <a:rPr lang="en-US" sz="3600" dirty="0"/>
              <a:t> Audio effects</a:t>
            </a:r>
          </a:p>
          <a:p>
            <a:endParaRPr lang="en-US" sz="3600" dirty="0"/>
          </a:p>
          <a:p>
            <a:pPr marL="285750" indent="-285750">
              <a:buFont typeface="Wingdings"/>
              <a:buChar char="v"/>
            </a:pPr>
            <a:r>
              <a:rPr lang="en-US" sz="3600" dirty="0"/>
              <a:t> Amplification</a:t>
            </a:r>
          </a:p>
        </p:txBody>
      </p:sp>
      <p:pic>
        <p:nvPicPr>
          <p:cNvPr id="3" name="Picture 5" descr="A picture containing diagram&#10;&#10;Description automatically generated">
            <a:extLst>
              <a:ext uri="{FF2B5EF4-FFF2-40B4-BE49-F238E27FC236}">
                <a16:creationId xmlns:a16="http://schemas.microsoft.com/office/drawing/2014/main" id="{D6509573-8199-4CB6-A1D0-40C4A3BBFE0F}"/>
              </a:ext>
            </a:extLst>
          </p:cNvPr>
          <p:cNvPicPr>
            <a:picLocks noChangeAspect="1"/>
          </p:cNvPicPr>
          <p:nvPr/>
        </p:nvPicPr>
        <p:blipFill>
          <a:blip r:embed="rId3"/>
          <a:stretch>
            <a:fillRect/>
          </a:stretch>
        </p:blipFill>
        <p:spPr>
          <a:xfrm>
            <a:off x="6751608" y="1599590"/>
            <a:ext cx="4942935" cy="4880898"/>
          </a:xfrm>
          <a:prstGeom prst="rect">
            <a:avLst/>
          </a:prstGeom>
        </p:spPr>
      </p:pic>
    </p:spTree>
    <p:extLst>
      <p:ext uri="{BB962C8B-B14F-4D97-AF65-F5344CB8AC3E}">
        <p14:creationId xmlns:p14="http://schemas.microsoft.com/office/powerpoint/2010/main" val="2286182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text, nature, cloud, night sky&#10;&#10;Description automatically generated">
            <a:extLst>
              <a:ext uri="{FF2B5EF4-FFF2-40B4-BE49-F238E27FC236}">
                <a16:creationId xmlns:a16="http://schemas.microsoft.com/office/drawing/2014/main" id="{6F0EF305-EF42-407B-91EE-2D87E6A0CE17}"/>
              </a:ext>
            </a:extLst>
          </p:cNvPr>
          <p:cNvPicPr>
            <a:picLocks noGrp="1" noChangeAspect="1"/>
          </p:cNvPicPr>
          <p:nvPr>
            <p:ph idx="1"/>
          </p:nvPr>
        </p:nvPicPr>
        <p:blipFill>
          <a:blip r:embed="rId2"/>
          <a:stretch>
            <a:fillRect/>
          </a:stretch>
        </p:blipFill>
        <p:spPr>
          <a:xfrm>
            <a:off x="-50805" y="-5785"/>
            <a:ext cx="12367221" cy="6858357"/>
          </a:xfrm>
        </p:spPr>
      </p:pic>
      <p:sp>
        <p:nvSpPr>
          <p:cNvPr id="2" name="Title 1">
            <a:extLst>
              <a:ext uri="{FF2B5EF4-FFF2-40B4-BE49-F238E27FC236}">
                <a16:creationId xmlns:a16="http://schemas.microsoft.com/office/drawing/2014/main" id="{61069247-981F-488A-AAAF-7D67786FDCA8}"/>
              </a:ext>
            </a:extLst>
          </p:cNvPr>
          <p:cNvSpPr>
            <a:spLocks noGrp="1"/>
          </p:cNvSpPr>
          <p:nvPr>
            <p:ph type="title"/>
          </p:nvPr>
        </p:nvSpPr>
        <p:spPr>
          <a:xfrm>
            <a:off x="1026543" y="306698"/>
            <a:ext cx="10241280" cy="1234440"/>
          </a:xfrm>
        </p:spPr>
        <p:txBody>
          <a:bodyPr>
            <a:normAutofit/>
          </a:bodyPr>
          <a:lstStyle/>
          <a:p>
            <a:r>
              <a:rPr lang="en-US" sz="6000" dirty="0">
                <a:latin typeface="Times"/>
                <a:cs typeface="Times"/>
              </a:rPr>
              <a:t>led</a:t>
            </a:r>
          </a:p>
        </p:txBody>
      </p:sp>
      <p:sp>
        <p:nvSpPr>
          <p:cNvPr id="5" name="TextBox 4">
            <a:extLst>
              <a:ext uri="{FF2B5EF4-FFF2-40B4-BE49-F238E27FC236}">
                <a16:creationId xmlns:a16="http://schemas.microsoft.com/office/drawing/2014/main" id="{F6683F33-ED27-47F1-993B-B242E5B6F239}"/>
              </a:ext>
            </a:extLst>
          </p:cNvPr>
          <p:cNvSpPr txBox="1"/>
          <p:nvPr/>
        </p:nvSpPr>
        <p:spPr>
          <a:xfrm>
            <a:off x="1144438" y="2352136"/>
            <a:ext cx="9586822"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Wingdings"/>
              <a:buChar char="v"/>
            </a:pPr>
            <a:r>
              <a:rPr lang="en-US" sz="2800" dirty="0">
                <a:solidFill>
                  <a:schemeClr val="bg1"/>
                </a:solidFill>
                <a:ea typeface="+mn-lt"/>
                <a:cs typeface="+mn-lt"/>
              </a:rPr>
              <a:t>LEDs are semiconductor devices are made out of silicon.</a:t>
            </a:r>
          </a:p>
          <a:p>
            <a:endParaRPr lang="en-US" sz="2800" dirty="0">
              <a:solidFill>
                <a:schemeClr val="bg1"/>
              </a:solidFill>
              <a:ea typeface="+mn-lt"/>
              <a:cs typeface="+mn-lt"/>
            </a:endParaRPr>
          </a:p>
          <a:p>
            <a:pPr marL="457200" indent="-457200">
              <a:buFont typeface="Wingdings"/>
              <a:buChar char="v"/>
            </a:pPr>
            <a:r>
              <a:rPr lang="en-US" sz="2800" dirty="0">
                <a:solidFill>
                  <a:schemeClr val="bg1"/>
                </a:solidFill>
                <a:ea typeface="+mn-lt"/>
                <a:cs typeface="+mn-lt"/>
              </a:rPr>
              <a:t>When current passes through the LED, it emits photons as a byproduct'</a:t>
            </a:r>
          </a:p>
          <a:p>
            <a:endParaRPr lang="en-US" sz="2800" dirty="0">
              <a:solidFill>
                <a:schemeClr val="bg1"/>
              </a:solidFill>
              <a:ea typeface="+mn-lt"/>
              <a:cs typeface="+mn-lt"/>
            </a:endParaRPr>
          </a:p>
          <a:p>
            <a:pPr marL="457200" indent="-457200">
              <a:buFont typeface="Wingdings"/>
              <a:buChar char="v"/>
            </a:pPr>
            <a:r>
              <a:rPr lang="en-US" sz="2800" dirty="0">
                <a:solidFill>
                  <a:schemeClr val="bg1"/>
                </a:solidFill>
                <a:ea typeface="+mn-lt"/>
                <a:cs typeface="+mn-lt"/>
              </a:rPr>
              <a:t>Normal light  bulbs produce light by heating a metal filament until its white hot.</a:t>
            </a:r>
            <a:endParaRPr lang="en-US" sz="2800">
              <a:solidFill>
                <a:schemeClr val="bg1"/>
              </a:solidFill>
            </a:endParaRPr>
          </a:p>
        </p:txBody>
      </p:sp>
    </p:spTree>
    <p:extLst>
      <p:ext uri="{BB962C8B-B14F-4D97-AF65-F5344CB8AC3E}">
        <p14:creationId xmlns:p14="http://schemas.microsoft.com/office/powerpoint/2010/main" val="2614449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10;&#10;Description automatically generated">
            <a:extLst>
              <a:ext uri="{FF2B5EF4-FFF2-40B4-BE49-F238E27FC236}">
                <a16:creationId xmlns:a16="http://schemas.microsoft.com/office/drawing/2014/main" id="{94A9E481-F840-42FE-B387-9B5E3A39A2B6}"/>
              </a:ext>
            </a:extLst>
          </p:cNvPr>
          <p:cNvPicPr>
            <a:picLocks noChangeAspect="1"/>
          </p:cNvPicPr>
          <p:nvPr/>
        </p:nvPicPr>
        <p:blipFill>
          <a:blip r:embed="rId2"/>
          <a:stretch>
            <a:fillRect/>
          </a:stretch>
        </p:blipFill>
        <p:spPr>
          <a:xfrm>
            <a:off x="-5749" y="-5798"/>
            <a:ext cx="12203499" cy="6869596"/>
          </a:xfrm>
          <a:prstGeom prst="rect">
            <a:avLst/>
          </a:prstGeom>
        </p:spPr>
      </p:pic>
    </p:spTree>
    <p:extLst>
      <p:ext uri="{BB962C8B-B14F-4D97-AF65-F5344CB8AC3E}">
        <p14:creationId xmlns:p14="http://schemas.microsoft.com/office/powerpoint/2010/main" val="2345637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10;&#10;Description automatically generated">
            <a:extLst>
              <a:ext uri="{FF2B5EF4-FFF2-40B4-BE49-F238E27FC236}">
                <a16:creationId xmlns:a16="http://schemas.microsoft.com/office/drawing/2014/main" id="{1B55AC82-0F69-40A3-8834-AE1B8BF18F27}"/>
              </a:ext>
            </a:extLst>
          </p:cNvPr>
          <p:cNvPicPr>
            <a:picLocks noChangeAspect="1"/>
          </p:cNvPicPr>
          <p:nvPr/>
        </p:nvPicPr>
        <p:blipFill>
          <a:blip r:embed="rId2"/>
          <a:stretch>
            <a:fillRect/>
          </a:stretch>
        </p:blipFill>
        <p:spPr>
          <a:xfrm>
            <a:off x="-5750" y="-94602"/>
            <a:ext cx="12203500" cy="7104713"/>
          </a:xfrm>
          <a:prstGeom prst="rect">
            <a:avLst/>
          </a:prstGeom>
        </p:spPr>
      </p:pic>
    </p:spTree>
    <p:extLst>
      <p:ext uri="{BB962C8B-B14F-4D97-AF65-F5344CB8AC3E}">
        <p14:creationId xmlns:p14="http://schemas.microsoft.com/office/powerpoint/2010/main" val="349736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agram, schematic&#10;&#10;Description automatically generated">
            <a:extLst>
              <a:ext uri="{FF2B5EF4-FFF2-40B4-BE49-F238E27FC236}">
                <a16:creationId xmlns:a16="http://schemas.microsoft.com/office/drawing/2014/main" id="{6F43775F-DDD3-4079-8B5E-272115E9D6A0}"/>
              </a:ext>
            </a:extLst>
          </p:cNvPr>
          <p:cNvPicPr>
            <a:picLocks noChangeAspect="1"/>
          </p:cNvPicPr>
          <p:nvPr/>
        </p:nvPicPr>
        <p:blipFill>
          <a:blip r:embed="rId2"/>
          <a:stretch>
            <a:fillRect/>
          </a:stretch>
        </p:blipFill>
        <p:spPr>
          <a:xfrm>
            <a:off x="-5750" y="-3258"/>
            <a:ext cx="12203500" cy="6878894"/>
          </a:xfrm>
          <a:prstGeom prst="rect">
            <a:avLst/>
          </a:prstGeom>
        </p:spPr>
      </p:pic>
    </p:spTree>
    <p:extLst>
      <p:ext uri="{BB962C8B-B14F-4D97-AF65-F5344CB8AC3E}">
        <p14:creationId xmlns:p14="http://schemas.microsoft.com/office/powerpoint/2010/main" val="2857309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10;&#10;Description automatically generated">
            <a:extLst>
              <a:ext uri="{FF2B5EF4-FFF2-40B4-BE49-F238E27FC236}">
                <a16:creationId xmlns:a16="http://schemas.microsoft.com/office/drawing/2014/main" id="{F394E636-E9C4-47DA-AD07-56C40DD131D9}"/>
              </a:ext>
            </a:extLst>
          </p:cNvPr>
          <p:cNvPicPr>
            <a:picLocks noChangeAspect="1"/>
          </p:cNvPicPr>
          <p:nvPr/>
        </p:nvPicPr>
        <p:blipFill>
          <a:blip r:embed="rId2"/>
          <a:stretch>
            <a:fillRect/>
          </a:stretch>
        </p:blipFill>
        <p:spPr>
          <a:xfrm>
            <a:off x="-5750" y="1822"/>
            <a:ext cx="12203500" cy="6854355"/>
          </a:xfrm>
          <a:prstGeom prst="rect">
            <a:avLst/>
          </a:prstGeom>
        </p:spPr>
      </p:pic>
    </p:spTree>
    <p:extLst>
      <p:ext uri="{BB962C8B-B14F-4D97-AF65-F5344CB8AC3E}">
        <p14:creationId xmlns:p14="http://schemas.microsoft.com/office/powerpoint/2010/main" val="1110160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agram&#10;&#10;Description automatically generated">
            <a:extLst>
              <a:ext uri="{FF2B5EF4-FFF2-40B4-BE49-F238E27FC236}">
                <a16:creationId xmlns:a16="http://schemas.microsoft.com/office/drawing/2014/main" id="{5AAE9ED5-245A-4520-9F0D-45AC2B668FAB}"/>
              </a:ext>
            </a:extLst>
          </p:cNvPr>
          <p:cNvPicPr>
            <a:picLocks noChangeAspect="1"/>
          </p:cNvPicPr>
          <p:nvPr/>
        </p:nvPicPr>
        <p:blipFill>
          <a:blip r:embed="rId2"/>
          <a:stretch>
            <a:fillRect/>
          </a:stretch>
        </p:blipFill>
        <p:spPr>
          <a:xfrm>
            <a:off x="-5750" y="-50200"/>
            <a:ext cx="12203500" cy="6915268"/>
          </a:xfrm>
          <a:prstGeom prst="rect">
            <a:avLst/>
          </a:prstGeom>
        </p:spPr>
      </p:pic>
    </p:spTree>
    <p:extLst>
      <p:ext uri="{BB962C8B-B14F-4D97-AF65-F5344CB8AC3E}">
        <p14:creationId xmlns:p14="http://schemas.microsoft.com/office/powerpoint/2010/main" val="3721244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agram&#10;&#10;Description automatically generated">
            <a:extLst>
              <a:ext uri="{FF2B5EF4-FFF2-40B4-BE49-F238E27FC236}">
                <a16:creationId xmlns:a16="http://schemas.microsoft.com/office/drawing/2014/main" id="{65FED287-A31D-44F1-864E-BC88A2B6CD0A}"/>
              </a:ext>
            </a:extLst>
          </p:cNvPr>
          <p:cNvPicPr>
            <a:picLocks noChangeAspect="1"/>
          </p:cNvPicPr>
          <p:nvPr/>
        </p:nvPicPr>
        <p:blipFill>
          <a:blip r:embed="rId2"/>
          <a:stretch>
            <a:fillRect/>
          </a:stretch>
        </p:blipFill>
        <p:spPr>
          <a:xfrm>
            <a:off x="-5750" y="-68794"/>
            <a:ext cx="12203500" cy="6923702"/>
          </a:xfrm>
          <a:prstGeom prst="rect">
            <a:avLst/>
          </a:prstGeom>
        </p:spPr>
      </p:pic>
    </p:spTree>
    <p:extLst>
      <p:ext uri="{BB962C8B-B14F-4D97-AF65-F5344CB8AC3E}">
        <p14:creationId xmlns:p14="http://schemas.microsoft.com/office/powerpoint/2010/main" val="3162859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A picture containing diagram&#10;&#10;Description automatically generated">
            <a:extLst>
              <a:ext uri="{FF2B5EF4-FFF2-40B4-BE49-F238E27FC236}">
                <a16:creationId xmlns:a16="http://schemas.microsoft.com/office/drawing/2014/main" id="{83F043D3-A6A8-42D1-BEAF-E4B80C2F124B}"/>
              </a:ext>
            </a:extLst>
          </p:cNvPr>
          <p:cNvPicPr>
            <a:picLocks noChangeAspect="1"/>
          </p:cNvPicPr>
          <p:nvPr/>
        </p:nvPicPr>
        <p:blipFill>
          <a:blip r:embed="rId2"/>
          <a:stretch>
            <a:fillRect/>
          </a:stretch>
        </p:blipFill>
        <p:spPr>
          <a:xfrm>
            <a:off x="-5750" y="-56939"/>
            <a:ext cx="12203500" cy="6914368"/>
          </a:xfrm>
          <a:prstGeom prst="rect">
            <a:avLst/>
          </a:prstGeom>
        </p:spPr>
      </p:pic>
    </p:spTree>
    <p:extLst>
      <p:ext uri="{BB962C8B-B14F-4D97-AF65-F5344CB8AC3E}">
        <p14:creationId xmlns:p14="http://schemas.microsoft.com/office/powerpoint/2010/main" val="537308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Diagram&#10;&#10;Description automatically generated">
            <a:extLst>
              <a:ext uri="{FF2B5EF4-FFF2-40B4-BE49-F238E27FC236}">
                <a16:creationId xmlns:a16="http://schemas.microsoft.com/office/drawing/2014/main" id="{A7E3161D-14D1-4AF3-A0C6-688693DB6DC8}"/>
              </a:ext>
            </a:extLst>
          </p:cNvPr>
          <p:cNvPicPr>
            <a:picLocks noChangeAspect="1"/>
          </p:cNvPicPr>
          <p:nvPr/>
        </p:nvPicPr>
        <p:blipFill>
          <a:blip r:embed="rId2"/>
          <a:stretch>
            <a:fillRect/>
          </a:stretch>
        </p:blipFill>
        <p:spPr>
          <a:xfrm>
            <a:off x="-5750" y="1822"/>
            <a:ext cx="12203500" cy="6854355"/>
          </a:xfrm>
          <a:prstGeom prst="rect">
            <a:avLst/>
          </a:prstGeom>
        </p:spPr>
      </p:pic>
    </p:spTree>
    <p:extLst>
      <p:ext uri="{BB962C8B-B14F-4D97-AF65-F5344CB8AC3E}">
        <p14:creationId xmlns:p14="http://schemas.microsoft.com/office/powerpoint/2010/main" val="1294366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10;&#10;Description automatically generated">
            <a:extLst>
              <a:ext uri="{FF2B5EF4-FFF2-40B4-BE49-F238E27FC236}">
                <a16:creationId xmlns:a16="http://schemas.microsoft.com/office/drawing/2014/main" id="{CBFD7641-AA8B-43F0-9041-6A81D683792F}"/>
              </a:ext>
            </a:extLst>
          </p:cNvPr>
          <p:cNvPicPr>
            <a:picLocks noChangeAspect="1"/>
          </p:cNvPicPr>
          <p:nvPr/>
        </p:nvPicPr>
        <p:blipFill>
          <a:blip r:embed="rId2"/>
          <a:stretch>
            <a:fillRect/>
          </a:stretch>
        </p:blipFill>
        <p:spPr>
          <a:xfrm>
            <a:off x="-5750" y="-718"/>
            <a:ext cx="12203500" cy="6859435"/>
          </a:xfrm>
          <a:prstGeom prst="rect">
            <a:avLst/>
          </a:prstGeom>
        </p:spPr>
      </p:pic>
    </p:spTree>
    <p:extLst>
      <p:ext uri="{BB962C8B-B14F-4D97-AF65-F5344CB8AC3E}">
        <p14:creationId xmlns:p14="http://schemas.microsoft.com/office/powerpoint/2010/main" val="348494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A picture containing table&#10;&#10;Description automatically generated">
            <a:extLst>
              <a:ext uri="{FF2B5EF4-FFF2-40B4-BE49-F238E27FC236}">
                <a16:creationId xmlns:a16="http://schemas.microsoft.com/office/drawing/2014/main" id="{8E987C03-B4CD-497F-AFA8-B1FAEA1EA2BA}"/>
              </a:ext>
            </a:extLst>
          </p:cNvPr>
          <p:cNvPicPr>
            <a:picLocks noChangeAspect="1"/>
          </p:cNvPicPr>
          <p:nvPr/>
        </p:nvPicPr>
        <p:blipFill>
          <a:blip r:embed="rId2"/>
          <a:stretch>
            <a:fillRect/>
          </a:stretch>
        </p:blipFill>
        <p:spPr>
          <a:xfrm>
            <a:off x="-5750" y="4360"/>
            <a:ext cx="12203500" cy="6849278"/>
          </a:xfrm>
          <a:prstGeom prst="rect">
            <a:avLst/>
          </a:prstGeom>
        </p:spPr>
      </p:pic>
    </p:spTree>
    <p:extLst>
      <p:ext uri="{BB962C8B-B14F-4D97-AF65-F5344CB8AC3E}">
        <p14:creationId xmlns:p14="http://schemas.microsoft.com/office/powerpoint/2010/main" val="3144876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10;&#10;Description automatically generated">
            <a:extLst>
              <a:ext uri="{FF2B5EF4-FFF2-40B4-BE49-F238E27FC236}">
                <a16:creationId xmlns:a16="http://schemas.microsoft.com/office/drawing/2014/main" id="{A5FB12D4-F906-4A0F-80DF-70E230270EB7}"/>
              </a:ext>
            </a:extLst>
          </p:cNvPr>
          <p:cNvPicPr>
            <a:picLocks noChangeAspect="1"/>
          </p:cNvPicPr>
          <p:nvPr/>
        </p:nvPicPr>
        <p:blipFill>
          <a:blip r:embed="rId2"/>
          <a:stretch>
            <a:fillRect/>
          </a:stretch>
        </p:blipFill>
        <p:spPr>
          <a:xfrm>
            <a:off x="-5750" y="-40041"/>
            <a:ext cx="12203501" cy="6894949"/>
          </a:xfrm>
          <a:prstGeom prst="rect">
            <a:avLst/>
          </a:prstGeom>
        </p:spPr>
      </p:pic>
    </p:spTree>
    <p:extLst>
      <p:ext uri="{BB962C8B-B14F-4D97-AF65-F5344CB8AC3E}">
        <p14:creationId xmlns:p14="http://schemas.microsoft.com/office/powerpoint/2010/main" val="3028311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agram&#10;&#10;Description automatically generated">
            <a:extLst>
              <a:ext uri="{FF2B5EF4-FFF2-40B4-BE49-F238E27FC236}">
                <a16:creationId xmlns:a16="http://schemas.microsoft.com/office/drawing/2014/main" id="{E27F7731-4619-471C-863C-DAFA685E3CA5}"/>
              </a:ext>
            </a:extLst>
          </p:cNvPr>
          <p:cNvPicPr>
            <a:picLocks noChangeAspect="1"/>
          </p:cNvPicPr>
          <p:nvPr/>
        </p:nvPicPr>
        <p:blipFill>
          <a:blip r:embed="rId2"/>
          <a:stretch>
            <a:fillRect/>
          </a:stretch>
        </p:blipFill>
        <p:spPr>
          <a:xfrm>
            <a:off x="-5750" y="-68387"/>
            <a:ext cx="12203500" cy="6922888"/>
          </a:xfrm>
          <a:prstGeom prst="rect">
            <a:avLst/>
          </a:prstGeom>
        </p:spPr>
      </p:pic>
    </p:spTree>
    <p:extLst>
      <p:ext uri="{BB962C8B-B14F-4D97-AF65-F5344CB8AC3E}">
        <p14:creationId xmlns:p14="http://schemas.microsoft.com/office/powerpoint/2010/main" val="1751994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10;&#10;Description automatically generated">
            <a:extLst>
              <a:ext uri="{FF2B5EF4-FFF2-40B4-BE49-F238E27FC236}">
                <a16:creationId xmlns:a16="http://schemas.microsoft.com/office/drawing/2014/main" id="{D5E6CEB0-12E0-4B3F-8CD4-432D54FEAAC6}"/>
              </a:ext>
            </a:extLst>
          </p:cNvPr>
          <p:cNvPicPr>
            <a:picLocks noChangeAspect="1"/>
          </p:cNvPicPr>
          <p:nvPr/>
        </p:nvPicPr>
        <p:blipFill>
          <a:blip r:embed="rId2"/>
          <a:stretch>
            <a:fillRect/>
          </a:stretch>
        </p:blipFill>
        <p:spPr>
          <a:xfrm>
            <a:off x="-5750" y="-4936"/>
            <a:ext cx="12261010" cy="6867872"/>
          </a:xfrm>
          <a:prstGeom prst="rect">
            <a:avLst/>
          </a:prstGeom>
        </p:spPr>
      </p:pic>
    </p:spTree>
    <p:extLst>
      <p:ext uri="{BB962C8B-B14F-4D97-AF65-F5344CB8AC3E}">
        <p14:creationId xmlns:p14="http://schemas.microsoft.com/office/powerpoint/2010/main" val="2164146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 email&#10;&#10;Description automatically generated">
            <a:extLst>
              <a:ext uri="{FF2B5EF4-FFF2-40B4-BE49-F238E27FC236}">
                <a16:creationId xmlns:a16="http://schemas.microsoft.com/office/drawing/2014/main" id="{CFAC2AC3-C938-4E32-AB3D-F1743D801F7D}"/>
              </a:ext>
            </a:extLst>
          </p:cNvPr>
          <p:cNvPicPr>
            <a:picLocks noChangeAspect="1"/>
          </p:cNvPicPr>
          <p:nvPr/>
        </p:nvPicPr>
        <p:blipFill>
          <a:blip r:embed="rId2"/>
          <a:stretch>
            <a:fillRect/>
          </a:stretch>
        </p:blipFill>
        <p:spPr>
          <a:xfrm>
            <a:off x="-5750" y="-5798"/>
            <a:ext cx="12203500" cy="6869596"/>
          </a:xfrm>
          <a:prstGeom prst="rect">
            <a:avLst/>
          </a:prstGeom>
        </p:spPr>
      </p:pic>
    </p:spTree>
    <p:extLst>
      <p:ext uri="{BB962C8B-B14F-4D97-AF65-F5344CB8AC3E}">
        <p14:creationId xmlns:p14="http://schemas.microsoft.com/office/powerpoint/2010/main" val="1668887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ext&#10;&#10;Description automatically generated">
            <a:extLst>
              <a:ext uri="{FF2B5EF4-FFF2-40B4-BE49-F238E27FC236}">
                <a16:creationId xmlns:a16="http://schemas.microsoft.com/office/drawing/2014/main" id="{F17ABA72-455E-4701-88F5-3BD97CB52750}"/>
              </a:ext>
            </a:extLst>
          </p:cNvPr>
          <p:cNvPicPr>
            <a:picLocks noChangeAspect="1"/>
          </p:cNvPicPr>
          <p:nvPr/>
        </p:nvPicPr>
        <p:blipFill>
          <a:blip r:embed="rId2"/>
          <a:stretch>
            <a:fillRect/>
          </a:stretch>
        </p:blipFill>
        <p:spPr>
          <a:xfrm>
            <a:off x="-5750" y="-718"/>
            <a:ext cx="12203500" cy="6859436"/>
          </a:xfrm>
          <a:prstGeom prst="rect">
            <a:avLst/>
          </a:prstGeom>
        </p:spPr>
      </p:pic>
    </p:spTree>
    <p:extLst>
      <p:ext uri="{BB962C8B-B14F-4D97-AF65-F5344CB8AC3E}">
        <p14:creationId xmlns:p14="http://schemas.microsoft.com/office/powerpoint/2010/main" val="16328045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10;&#10;Description automatically generated">
            <a:extLst>
              <a:ext uri="{FF2B5EF4-FFF2-40B4-BE49-F238E27FC236}">
                <a16:creationId xmlns:a16="http://schemas.microsoft.com/office/drawing/2014/main" id="{31C9B301-3215-404B-9EBB-DD057C89F8F1}"/>
              </a:ext>
            </a:extLst>
          </p:cNvPr>
          <p:cNvPicPr>
            <a:picLocks noChangeAspect="1"/>
          </p:cNvPicPr>
          <p:nvPr/>
        </p:nvPicPr>
        <p:blipFill>
          <a:blip r:embed="rId2"/>
          <a:stretch>
            <a:fillRect/>
          </a:stretch>
        </p:blipFill>
        <p:spPr>
          <a:xfrm>
            <a:off x="-5750" y="-59497"/>
            <a:ext cx="12203501" cy="6976993"/>
          </a:xfrm>
          <a:prstGeom prst="rect">
            <a:avLst/>
          </a:prstGeom>
        </p:spPr>
      </p:pic>
    </p:spTree>
    <p:extLst>
      <p:ext uri="{BB962C8B-B14F-4D97-AF65-F5344CB8AC3E}">
        <p14:creationId xmlns:p14="http://schemas.microsoft.com/office/powerpoint/2010/main" val="3128098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10;&#10;Description automatically generated">
            <a:extLst>
              <a:ext uri="{FF2B5EF4-FFF2-40B4-BE49-F238E27FC236}">
                <a16:creationId xmlns:a16="http://schemas.microsoft.com/office/drawing/2014/main" id="{AA813CD6-FFF6-4447-9F41-23B060BB68BA}"/>
              </a:ext>
            </a:extLst>
          </p:cNvPr>
          <p:cNvPicPr>
            <a:picLocks noChangeAspect="1"/>
          </p:cNvPicPr>
          <p:nvPr/>
        </p:nvPicPr>
        <p:blipFill>
          <a:blip r:embed="rId2"/>
          <a:stretch>
            <a:fillRect/>
          </a:stretch>
        </p:blipFill>
        <p:spPr>
          <a:xfrm>
            <a:off x="-5750" y="-7476"/>
            <a:ext cx="12203500" cy="6844196"/>
          </a:xfrm>
          <a:prstGeom prst="rect">
            <a:avLst/>
          </a:prstGeom>
        </p:spPr>
      </p:pic>
    </p:spTree>
    <p:extLst>
      <p:ext uri="{BB962C8B-B14F-4D97-AF65-F5344CB8AC3E}">
        <p14:creationId xmlns:p14="http://schemas.microsoft.com/office/powerpoint/2010/main" val="3128863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Graphical user interface, text, application&#10;&#10;Description automatically generated">
            <a:extLst>
              <a:ext uri="{FF2B5EF4-FFF2-40B4-BE49-F238E27FC236}">
                <a16:creationId xmlns:a16="http://schemas.microsoft.com/office/drawing/2014/main" id="{F00848E9-8C63-489F-B7EB-7D4103DC9A12}"/>
              </a:ext>
            </a:extLst>
          </p:cNvPr>
          <p:cNvPicPr>
            <a:picLocks noChangeAspect="1"/>
          </p:cNvPicPr>
          <p:nvPr/>
        </p:nvPicPr>
        <p:blipFill>
          <a:blip r:embed="rId2"/>
          <a:stretch>
            <a:fillRect/>
          </a:stretch>
        </p:blipFill>
        <p:spPr>
          <a:xfrm>
            <a:off x="-5750" y="-718"/>
            <a:ext cx="12203500" cy="6859436"/>
          </a:xfrm>
          <a:prstGeom prst="rect">
            <a:avLst/>
          </a:prstGeom>
        </p:spPr>
      </p:pic>
    </p:spTree>
    <p:extLst>
      <p:ext uri="{BB962C8B-B14F-4D97-AF65-F5344CB8AC3E}">
        <p14:creationId xmlns:p14="http://schemas.microsoft.com/office/powerpoint/2010/main" val="4178045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10;&#10;Description automatically generated">
            <a:extLst>
              <a:ext uri="{FF2B5EF4-FFF2-40B4-BE49-F238E27FC236}">
                <a16:creationId xmlns:a16="http://schemas.microsoft.com/office/drawing/2014/main" id="{3C8DB2AA-0887-48C4-BE0A-A83876A157E7}"/>
              </a:ext>
            </a:extLst>
          </p:cNvPr>
          <p:cNvPicPr>
            <a:picLocks noChangeAspect="1"/>
          </p:cNvPicPr>
          <p:nvPr/>
        </p:nvPicPr>
        <p:blipFill>
          <a:blip r:embed="rId2"/>
          <a:stretch>
            <a:fillRect/>
          </a:stretch>
        </p:blipFill>
        <p:spPr>
          <a:xfrm>
            <a:off x="-5749" y="-1988"/>
            <a:ext cx="12203499" cy="6861976"/>
          </a:xfrm>
          <a:prstGeom prst="rect">
            <a:avLst/>
          </a:prstGeom>
        </p:spPr>
      </p:pic>
    </p:spTree>
    <p:extLst>
      <p:ext uri="{BB962C8B-B14F-4D97-AF65-F5344CB8AC3E}">
        <p14:creationId xmlns:p14="http://schemas.microsoft.com/office/powerpoint/2010/main" val="8227284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a:extLst>
              <a:ext uri="{FF2B5EF4-FFF2-40B4-BE49-F238E27FC236}">
                <a16:creationId xmlns:a16="http://schemas.microsoft.com/office/drawing/2014/main" id="{CB43DD7D-2B08-4C6A-9F54-D27EC66C3595}"/>
              </a:ext>
            </a:extLst>
          </p:cNvPr>
          <p:cNvPicPr>
            <a:picLocks noChangeAspect="1"/>
          </p:cNvPicPr>
          <p:nvPr/>
        </p:nvPicPr>
        <p:blipFill>
          <a:blip r:embed="rId2"/>
          <a:stretch>
            <a:fillRect/>
          </a:stretch>
        </p:blipFill>
        <p:spPr>
          <a:xfrm>
            <a:off x="-5750" y="2091"/>
            <a:ext cx="12203500" cy="6853819"/>
          </a:xfrm>
          <a:prstGeom prst="rect">
            <a:avLst/>
          </a:prstGeom>
        </p:spPr>
      </p:pic>
    </p:spTree>
    <p:extLst>
      <p:ext uri="{BB962C8B-B14F-4D97-AF65-F5344CB8AC3E}">
        <p14:creationId xmlns:p14="http://schemas.microsoft.com/office/powerpoint/2010/main" val="2530019669"/>
      </p:ext>
    </p:extLst>
  </p:cSld>
  <p:clrMapOvr>
    <a:masterClrMapping/>
  </p:clrMapOvr>
  <p:transition spd="slow">
    <p:comb/>
  </p:transition>
</p:sld>
</file>

<file path=ppt/theme/theme1.xml><?xml version="1.0" encoding="utf-8"?>
<a:theme xmlns:a="http://schemas.openxmlformats.org/drawingml/2006/main" name="GradientRiseVTI">
  <a:themeElements>
    <a:clrScheme name="AnalogousFromDarkSeedLeftStep">
      <a:dk1>
        <a:srgbClr val="000000"/>
      </a:dk1>
      <a:lt1>
        <a:srgbClr val="FFFFFF"/>
      </a:lt1>
      <a:dk2>
        <a:srgbClr val="2D1B31"/>
      </a:dk2>
      <a:lt2>
        <a:srgbClr val="F0F3F3"/>
      </a:lt2>
      <a:accent1>
        <a:srgbClr val="E4352C"/>
      </a:accent1>
      <a:accent2>
        <a:srgbClr val="D21A5D"/>
      </a:accent2>
      <a:accent3>
        <a:srgbClr val="E42CBC"/>
      </a:accent3>
      <a:accent4>
        <a:srgbClr val="AD1AD2"/>
      </a:accent4>
      <a:accent5>
        <a:srgbClr val="732CE4"/>
      </a:accent5>
      <a:accent6>
        <a:srgbClr val="3237D7"/>
      </a:accent6>
      <a:hlink>
        <a:srgbClr val="863FBF"/>
      </a:hlink>
      <a:folHlink>
        <a:srgbClr val="7F7F7F"/>
      </a:folHlink>
    </a:clrScheme>
    <a:fontScheme name="Avenir">
      <a:majorFont>
        <a:latin typeface="Tw Cen MT"/>
        <a:ea typeface=""/>
        <a:cs typeface=""/>
      </a:majorFont>
      <a:minorFont>
        <a:latin typeface="Tw Cen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GradientRiseVTI</vt:lpstr>
      <vt:lpstr>PowerPoint Presentation</vt:lpstr>
      <vt:lpstr>introduction</vt:lpstr>
      <vt:lpstr>PowerPoint Presentation</vt:lpstr>
      <vt:lpstr>Hardware requirements</vt:lpstr>
      <vt:lpstr>Software requirements</vt:lpstr>
      <vt:lpstr>arduino</vt:lpstr>
      <vt:lpstr>Working of arduino</vt:lpstr>
      <vt:lpstr>Working of arduino</vt:lpstr>
      <vt:lpstr>pwm</vt:lpstr>
      <vt:lpstr>Pwm Applications</vt:lpstr>
      <vt:lpstr>led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630</cp:revision>
  <dcterms:created xsi:type="dcterms:W3CDTF">2021-05-15T04:28:40Z</dcterms:created>
  <dcterms:modified xsi:type="dcterms:W3CDTF">2021-05-16T08:41:45Z</dcterms:modified>
</cp:coreProperties>
</file>
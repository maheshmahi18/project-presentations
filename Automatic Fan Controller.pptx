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 id="2147483672" r:id="rId2"/>
  </p:sld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31CAB2-B564-4E1E-BFBE-582652A64166}" v="95" dt="2021-10-11T05:28:53.278"/>
    <p1510:client id="{4357D51D-7038-4DF7-84DC-67746918D273}" v="1328" dt="2021-10-14T10:01:16.936"/>
    <p1510:client id="{FB576768-ACDC-4926-A763-0AC2FD8F1B01}" v="241" dt="2021-10-14T10:41:53.1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Chowdary" userId="438a3ffe85f3f198" providerId="Windows Live" clId="Web-{4357D51D-7038-4DF7-84DC-67746918D273}"/>
    <pc:docChg chg="addSld delSld modSld">
      <pc:chgData name="Mahesh Chowdary" userId="438a3ffe85f3f198" providerId="Windows Live" clId="Web-{4357D51D-7038-4DF7-84DC-67746918D273}" dt="2021-10-14T10:01:16.936" v="1296"/>
      <pc:docMkLst>
        <pc:docMk/>
      </pc:docMkLst>
      <pc:sldChg chg="addSp modSp">
        <pc:chgData name="Mahesh Chowdary" userId="438a3ffe85f3f198" providerId="Windows Live" clId="Web-{4357D51D-7038-4DF7-84DC-67746918D273}" dt="2021-10-14T08:16:30.379" v="136" actId="1076"/>
        <pc:sldMkLst>
          <pc:docMk/>
          <pc:sldMk cId="109857222" sldId="256"/>
        </pc:sldMkLst>
        <pc:spChg chg="mod">
          <ac:chgData name="Mahesh Chowdary" userId="438a3ffe85f3f198" providerId="Windows Live" clId="Web-{4357D51D-7038-4DF7-84DC-67746918D273}" dt="2021-10-14T08:16:30.379" v="136" actId="1076"/>
          <ac:spMkLst>
            <pc:docMk/>
            <pc:sldMk cId="109857222" sldId="256"/>
            <ac:spMk id="2" creationId="{00000000-0000-0000-0000-000000000000}"/>
          </ac:spMkLst>
        </pc:spChg>
        <pc:spChg chg="add mod">
          <ac:chgData name="Mahesh Chowdary" userId="438a3ffe85f3f198" providerId="Windows Live" clId="Web-{4357D51D-7038-4DF7-84DC-67746918D273}" dt="2021-10-14T08:13:38.968" v="132" actId="1076"/>
          <ac:spMkLst>
            <pc:docMk/>
            <pc:sldMk cId="109857222" sldId="256"/>
            <ac:spMk id="5" creationId="{B7BE15A5-6F34-46F6-8AF6-52B87E524156}"/>
          </ac:spMkLst>
        </pc:spChg>
        <pc:picChg chg="add mod">
          <ac:chgData name="Mahesh Chowdary" userId="438a3ffe85f3f198" providerId="Windows Live" clId="Web-{4357D51D-7038-4DF7-84DC-67746918D273}" dt="2021-10-14T08:15:51.659" v="135" actId="1076"/>
          <ac:picMkLst>
            <pc:docMk/>
            <pc:sldMk cId="109857222" sldId="256"/>
            <ac:picMk id="6" creationId="{533DC5B6-7F90-4C41-82C1-2408E3D7DF0D}"/>
          </ac:picMkLst>
        </pc:picChg>
      </pc:sldChg>
      <pc:sldChg chg="del">
        <pc:chgData name="Mahesh Chowdary" userId="438a3ffe85f3f198" providerId="Windows Live" clId="Web-{4357D51D-7038-4DF7-84DC-67746918D273}" dt="2021-10-14T08:01:17.822" v="13"/>
        <pc:sldMkLst>
          <pc:docMk/>
          <pc:sldMk cId="2232312894" sldId="257"/>
        </pc:sldMkLst>
      </pc:sldChg>
      <pc:sldChg chg="addSp delSp modSp new mod setBg">
        <pc:chgData name="Mahesh Chowdary" userId="438a3ffe85f3f198" providerId="Windows Live" clId="Web-{4357D51D-7038-4DF7-84DC-67746918D273}" dt="2021-10-14T08:24:43.206" v="165" actId="20577"/>
        <pc:sldMkLst>
          <pc:docMk/>
          <pc:sldMk cId="1347846927" sldId="258"/>
        </pc:sldMkLst>
        <pc:spChg chg="add del mod">
          <ac:chgData name="Mahesh Chowdary" userId="438a3ffe85f3f198" providerId="Windows Live" clId="Web-{4357D51D-7038-4DF7-84DC-67746918D273}" dt="2021-10-14T08:17:40.756" v="141" actId="20577"/>
          <ac:spMkLst>
            <pc:docMk/>
            <pc:sldMk cId="1347846927" sldId="258"/>
            <ac:spMk id="2" creationId="{079D8D04-0687-4D85-B3E5-3C109E23221F}"/>
          </ac:spMkLst>
        </pc:spChg>
        <pc:spChg chg="add del mod">
          <ac:chgData name="Mahesh Chowdary" userId="438a3ffe85f3f198" providerId="Windows Live" clId="Web-{4357D51D-7038-4DF7-84DC-67746918D273}" dt="2021-10-14T07:59:53.194" v="10"/>
          <ac:spMkLst>
            <pc:docMk/>
            <pc:sldMk cId="1347846927" sldId="258"/>
            <ac:spMk id="3" creationId="{5C5AC18B-A6AD-4BBE-B851-76F30D543CE9}"/>
          </ac:spMkLst>
        </pc:spChg>
        <pc:spChg chg="add del">
          <ac:chgData name="Mahesh Chowdary" userId="438a3ffe85f3f198" providerId="Windows Live" clId="Web-{4357D51D-7038-4DF7-84DC-67746918D273}" dt="2021-10-14T07:57:40.503" v="4"/>
          <ac:spMkLst>
            <pc:docMk/>
            <pc:sldMk cId="1347846927" sldId="258"/>
            <ac:spMk id="5" creationId="{AB20E7A4-EC2C-47C8-BE55-65771E3F2EDA}"/>
          </ac:spMkLst>
        </pc:spChg>
        <pc:spChg chg="add del">
          <ac:chgData name="Mahesh Chowdary" userId="438a3ffe85f3f198" providerId="Windows Live" clId="Web-{4357D51D-7038-4DF7-84DC-67746918D273}" dt="2021-10-14T07:57:40.503" v="4"/>
          <ac:spMkLst>
            <pc:docMk/>
            <pc:sldMk cId="1347846927" sldId="258"/>
            <ac:spMk id="6" creationId="{2C1892C0-2D0F-43AD-8262-C52412CA76F7}"/>
          </ac:spMkLst>
        </pc:spChg>
        <pc:spChg chg="add del">
          <ac:chgData name="Mahesh Chowdary" userId="438a3ffe85f3f198" providerId="Windows Live" clId="Web-{4357D51D-7038-4DF7-84DC-67746918D273}" dt="2021-10-14T08:00:09.913" v="12"/>
          <ac:spMkLst>
            <pc:docMk/>
            <pc:sldMk cId="1347846927" sldId="258"/>
            <ac:spMk id="7" creationId="{C59331CD-F555-43B2-949F-9D00468E527E}"/>
          </ac:spMkLst>
        </pc:spChg>
        <pc:spChg chg="add del">
          <ac:chgData name="Mahesh Chowdary" userId="438a3ffe85f3f198" providerId="Windows Live" clId="Web-{4357D51D-7038-4DF7-84DC-67746918D273}" dt="2021-10-14T07:57:17.846" v="2"/>
          <ac:spMkLst>
            <pc:docMk/>
            <pc:sldMk cId="1347846927" sldId="258"/>
            <ac:spMk id="8" creationId="{C59331CD-F555-43B2-949F-9D00468E527E}"/>
          </ac:spMkLst>
        </pc:spChg>
        <pc:spChg chg="add del">
          <ac:chgData name="Mahesh Chowdary" userId="438a3ffe85f3f198" providerId="Windows Live" clId="Web-{4357D51D-7038-4DF7-84DC-67746918D273}" dt="2021-10-14T08:00:09.913" v="12"/>
          <ac:spMkLst>
            <pc:docMk/>
            <pc:sldMk cId="1347846927" sldId="258"/>
            <ac:spMk id="9" creationId="{3E9A48D2-94BA-42D2-BB04-ABB637E9D6ED}"/>
          </ac:spMkLst>
        </pc:spChg>
        <pc:spChg chg="add del">
          <ac:chgData name="Mahesh Chowdary" userId="438a3ffe85f3f198" providerId="Windows Live" clId="Web-{4357D51D-7038-4DF7-84DC-67746918D273}" dt="2021-10-14T07:57:17.846" v="2"/>
          <ac:spMkLst>
            <pc:docMk/>
            <pc:sldMk cId="1347846927" sldId="258"/>
            <ac:spMk id="10" creationId="{3E9A48D2-94BA-42D2-BB04-ABB637E9D6ED}"/>
          </ac:spMkLst>
        </pc:spChg>
        <pc:spChg chg="add">
          <ac:chgData name="Mahesh Chowdary" userId="438a3ffe85f3f198" providerId="Windows Live" clId="Web-{4357D51D-7038-4DF7-84DC-67746918D273}" dt="2021-10-14T08:00:09.913" v="12"/>
          <ac:spMkLst>
            <pc:docMk/>
            <pc:sldMk cId="1347846927" sldId="258"/>
            <ac:spMk id="11" creationId="{685B57F6-59DE-4274-A37C-F47FE4E42EEF}"/>
          </ac:spMkLst>
        </pc:spChg>
        <pc:spChg chg="add mod">
          <ac:chgData name="Mahesh Chowdary" userId="438a3ffe85f3f198" providerId="Windows Live" clId="Web-{4357D51D-7038-4DF7-84DC-67746918D273}" dt="2021-10-14T08:24:43.206" v="165" actId="20577"/>
          <ac:spMkLst>
            <pc:docMk/>
            <pc:sldMk cId="1347846927" sldId="258"/>
            <ac:spMk id="13" creationId="{7102FF7A-EBBB-40BB-A5B5-C177CC0CA545}"/>
          </ac:spMkLst>
        </pc:spChg>
        <pc:spChg chg="add del">
          <ac:chgData name="Mahesh Chowdary" userId="438a3ffe85f3f198" providerId="Windows Live" clId="Web-{4357D51D-7038-4DF7-84DC-67746918D273}" dt="2021-10-14T07:58:45.911" v="9"/>
          <ac:spMkLst>
            <pc:docMk/>
            <pc:sldMk cId="1347846927" sldId="258"/>
            <ac:spMk id="14" creationId="{5CD60141-EEBD-4EC1-8E34-0344C16A18A2}"/>
          </ac:spMkLst>
        </pc:spChg>
        <pc:spChg chg="add">
          <ac:chgData name="Mahesh Chowdary" userId="438a3ffe85f3f198" providerId="Windows Live" clId="Web-{4357D51D-7038-4DF7-84DC-67746918D273}" dt="2021-10-14T08:00:09.913" v="12"/>
          <ac:spMkLst>
            <pc:docMk/>
            <pc:sldMk cId="1347846927" sldId="258"/>
            <ac:spMk id="15" creationId="{C8C63406-9171-4282-BAAB-2DDC6831F0E6}"/>
          </ac:spMkLst>
        </pc:spChg>
        <pc:spChg chg="add del">
          <ac:chgData name="Mahesh Chowdary" userId="438a3ffe85f3f198" providerId="Windows Live" clId="Web-{4357D51D-7038-4DF7-84DC-67746918D273}" dt="2021-10-14T07:58:45.911" v="9"/>
          <ac:spMkLst>
            <pc:docMk/>
            <pc:sldMk cId="1347846927" sldId="258"/>
            <ac:spMk id="18" creationId="{4E5B79A0-69AD-4CBD-897F-32C7A2BA2FBB}"/>
          </ac:spMkLst>
        </pc:spChg>
        <pc:spChg chg="add del">
          <ac:chgData name="Mahesh Chowdary" userId="438a3ffe85f3f198" providerId="Windows Live" clId="Web-{4357D51D-7038-4DF7-84DC-67746918D273}" dt="2021-10-14T07:58:45.911" v="9"/>
          <ac:spMkLst>
            <pc:docMk/>
            <pc:sldMk cId="1347846927" sldId="258"/>
            <ac:spMk id="20" creationId="{74270B3E-3C96-4381-9F21-EC83F1E1A0FD}"/>
          </ac:spMkLst>
        </pc:spChg>
        <pc:spChg chg="add del">
          <ac:chgData name="Mahesh Chowdary" userId="438a3ffe85f3f198" providerId="Windows Live" clId="Web-{4357D51D-7038-4DF7-84DC-67746918D273}" dt="2021-10-14T07:58:45.911" v="9"/>
          <ac:spMkLst>
            <pc:docMk/>
            <pc:sldMk cId="1347846927" sldId="258"/>
            <ac:spMk id="24" creationId="{7C2F33EB-E7CB-4EE9-BBBF-D632F5C00EAE}"/>
          </ac:spMkLst>
        </pc:spChg>
        <pc:picChg chg="add mod ord">
          <ac:chgData name="Mahesh Chowdary" userId="438a3ffe85f3f198" providerId="Windows Live" clId="Web-{4357D51D-7038-4DF7-84DC-67746918D273}" dt="2021-10-14T08:21:58.311" v="147"/>
          <ac:picMkLst>
            <pc:docMk/>
            <pc:sldMk cId="1347846927" sldId="258"/>
            <ac:picMk id="4" creationId="{7C262440-A7CF-44C0-BFDB-B5A59068D7DD}"/>
          </ac:picMkLst>
        </pc:picChg>
        <pc:cxnChg chg="add del">
          <ac:chgData name="Mahesh Chowdary" userId="438a3ffe85f3f198" providerId="Windows Live" clId="Web-{4357D51D-7038-4DF7-84DC-67746918D273}" dt="2021-10-14T07:57:40.503" v="4"/>
          <ac:cxnSpMkLst>
            <pc:docMk/>
            <pc:sldMk cId="1347846927" sldId="258"/>
            <ac:cxnSpMk id="12" creationId="{1766FD2F-248A-4AA1-8078-E26D6E690BB9}"/>
          </ac:cxnSpMkLst>
        </pc:cxnChg>
        <pc:cxnChg chg="add del">
          <ac:chgData name="Mahesh Chowdary" userId="438a3ffe85f3f198" providerId="Windows Live" clId="Web-{4357D51D-7038-4DF7-84DC-67746918D273}" dt="2021-10-14T07:58:45.911" v="9"/>
          <ac:cxnSpMkLst>
            <pc:docMk/>
            <pc:sldMk cId="1347846927" sldId="258"/>
            <ac:cxnSpMk id="16" creationId="{4C75A547-BCD1-42BE-966E-53CA0AB93165}"/>
          </ac:cxnSpMkLst>
        </pc:cxnChg>
        <pc:cxnChg chg="add del">
          <ac:chgData name="Mahesh Chowdary" userId="438a3ffe85f3f198" providerId="Windows Live" clId="Web-{4357D51D-7038-4DF7-84DC-67746918D273}" dt="2021-10-14T07:58:45.911" v="9"/>
          <ac:cxnSpMkLst>
            <pc:docMk/>
            <pc:sldMk cId="1347846927" sldId="258"/>
            <ac:cxnSpMk id="22" creationId="{071DF4C0-7A22-4E59-9E9C-BD2E245364DD}"/>
          </ac:cxnSpMkLst>
        </pc:cxnChg>
      </pc:sldChg>
      <pc:sldChg chg="new del">
        <pc:chgData name="Mahesh Chowdary" userId="438a3ffe85f3f198" providerId="Windows Live" clId="Web-{4357D51D-7038-4DF7-84DC-67746918D273}" dt="2021-10-14T08:25:14.566" v="167"/>
        <pc:sldMkLst>
          <pc:docMk/>
          <pc:sldMk cId="622885247" sldId="259"/>
        </pc:sldMkLst>
      </pc:sldChg>
      <pc:sldChg chg="modSp add replId">
        <pc:chgData name="Mahesh Chowdary" userId="438a3ffe85f3f198" providerId="Windows Live" clId="Web-{4357D51D-7038-4DF7-84DC-67746918D273}" dt="2021-10-14T08:30:40.826" v="199" actId="1076"/>
        <pc:sldMkLst>
          <pc:docMk/>
          <pc:sldMk cId="1779906114" sldId="259"/>
        </pc:sldMkLst>
        <pc:spChg chg="mod">
          <ac:chgData name="Mahesh Chowdary" userId="438a3ffe85f3f198" providerId="Windows Live" clId="Web-{4357D51D-7038-4DF7-84DC-67746918D273}" dt="2021-10-14T08:30:40.826" v="199" actId="1076"/>
          <ac:spMkLst>
            <pc:docMk/>
            <pc:sldMk cId="1779906114" sldId="259"/>
            <ac:spMk id="13" creationId="{7102FF7A-EBBB-40BB-A5B5-C177CC0CA545}"/>
          </ac:spMkLst>
        </pc:spChg>
      </pc:sldChg>
      <pc:sldChg chg="addSp delSp modSp add replId">
        <pc:chgData name="Mahesh Chowdary" userId="438a3ffe85f3f198" providerId="Windows Live" clId="Web-{4357D51D-7038-4DF7-84DC-67746918D273}" dt="2021-10-14T08:59:44.939" v="443" actId="14100"/>
        <pc:sldMkLst>
          <pc:docMk/>
          <pc:sldMk cId="45353424" sldId="260"/>
        </pc:sldMkLst>
        <pc:spChg chg="mod">
          <ac:chgData name="Mahesh Chowdary" userId="438a3ffe85f3f198" providerId="Windows Live" clId="Web-{4357D51D-7038-4DF7-84DC-67746918D273}" dt="2021-10-14T08:50:26.032" v="382" actId="1076"/>
          <ac:spMkLst>
            <pc:docMk/>
            <pc:sldMk cId="45353424" sldId="260"/>
            <ac:spMk id="2" creationId="{079D8D04-0687-4D85-B3E5-3C109E23221F}"/>
          </ac:spMkLst>
        </pc:spChg>
        <pc:spChg chg="add del mod">
          <ac:chgData name="Mahesh Chowdary" userId="438a3ffe85f3f198" providerId="Windows Live" clId="Web-{4357D51D-7038-4DF7-84DC-67746918D273}" dt="2021-10-14T08:35:49.616" v="234"/>
          <ac:spMkLst>
            <pc:docMk/>
            <pc:sldMk cId="45353424" sldId="260"/>
            <ac:spMk id="3" creationId="{1AF4BE66-A54B-4198-B734-280A126A500F}"/>
          </ac:spMkLst>
        </pc:spChg>
        <pc:spChg chg="add del mod">
          <ac:chgData name="Mahesh Chowdary" userId="438a3ffe85f3f198" providerId="Windows Live" clId="Web-{4357D51D-7038-4DF7-84DC-67746918D273}" dt="2021-10-14T08:48:20.403" v="370"/>
          <ac:spMkLst>
            <pc:docMk/>
            <pc:sldMk cId="45353424" sldId="260"/>
            <ac:spMk id="6" creationId="{4B389810-F17F-440E-BC66-8EFDD7DEBD87}"/>
          </ac:spMkLst>
        </pc:spChg>
        <pc:spChg chg="add del">
          <ac:chgData name="Mahesh Chowdary" userId="438a3ffe85f3f198" providerId="Windows Live" clId="Web-{4357D51D-7038-4DF7-84DC-67746918D273}" dt="2021-10-14T08:36:11.038" v="238"/>
          <ac:spMkLst>
            <pc:docMk/>
            <pc:sldMk cId="45353424" sldId="260"/>
            <ac:spMk id="8" creationId="{27CBA489-6918-4A11-B085-C4B8118D1D04}"/>
          </ac:spMkLst>
        </pc:spChg>
        <pc:spChg chg="add del mod">
          <ac:chgData name="Mahesh Chowdary" userId="438a3ffe85f3f198" providerId="Windows Live" clId="Web-{4357D51D-7038-4DF7-84DC-67746918D273}" dt="2021-10-14T08:36:29.508" v="241"/>
          <ac:spMkLst>
            <pc:docMk/>
            <pc:sldMk cId="45353424" sldId="260"/>
            <ac:spMk id="9" creationId="{777DDC1C-5FFE-4758-B5D6-C722FD4039CB}"/>
          </ac:spMkLst>
        </pc:spChg>
        <pc:spChg chg="add del">
          <ac:chgData name="Mahesh Chowdary" userId="438a3ffe85f3f198" providerId="Windows Live" clId="Web-{4357D51D-7038-4DF7-84DC-67746918D273}" dt="2021-10-14T08:46:55.885" v="363"/>
          <ac:spMkLst>
            <pc:docMk/>
            <pc:sldMk cId="45353424" sldId="260"/>
            <ac:spMk id="11" creationId="{685B57F6-59DE-4274-A37C-F47FE4E42EEF}"/>
          </ac:spMkLst>
        </pc:spChg>
        <pc:spChg chg="mod">
          <ac:chgData name="Mahesh Chowdary" userId="438a3ffe85f3f198" providerId="Windows Live" clId="Web-{4357D51D-7038-4DF7-84DC-67746918D273}" dt="2021-10-14T08:59:26.829" v="442" actId="14100"/>
          <ac:spMkLst>
            <pc:docMk/>
            <pc:sldMk cId="45353424" sldId="260"/>
            <ac:spMk id="13" creationId="{7102FF7A-EBBB-40BB-A5B5-C177CC0CA545}"/>
          </ac:spMkLst>
        </pc:spChg>
        <pc:spChg chg="add del">
          <ac:chgData name="Mahesh Chowdary" userId="438a3ffe85f3f198" providerId="Windows Live" clId="Web-{4357D51D-7038-4DF7-84DC-67746918D273}" dt="2021-10-14T08:46:55.885" v="363"/>
          <ac:spMkLst>
            <pc:docMk/>
            <pc:sldMk cId="45353424" sldId="260"/>
            <ac:spMk id="15" creationId="{C8C63406-9171-4282-BAAB-2DDC6831F0E6}"/>
          </ac:spMkLst>
        </pc:spChg>
        <pc:spChg chg="add del">
          <ac:chgData name="Mahesh Chowdary" userId="438a3ffe85f3f198" providerId="Windows Live" clId="Web-{4357D51D-7038-4DF7-84DC-67746918D273}" dt="2021-10-14T08:46:55.885" v="363"/>
          <ac:spMkLst>
            <pc:docMk/>
            <pc:sldMk cId="45353424" sldId="260"/>
            <ac:spMk id="20" creationId="{BEF13CA6-62BA-4542-A666-34CE885F3A3E}"/>
          </ac:spMkLst>
        </pc:spChg>
        <pc:picChg chg="mod ord">
          <ac:chgData name="Mahesh Chowdary" userId="438a3ffe85f3f198" providerId="Windows Live" clId="Web-{4357D51D-7038-4DF7-84DC-67746918D273}" dt="2021-10-14T08:46:55.885" v="363"/>
          <ac:picMkLst>
            <pc:docMk/>
            <pc:sldMk cId="45353424" sldId="260"/>
            <ac:picMk id="4" creationId="{7C262440-A7CF-44C0-BFDB-B5A59068D7DD}"/>
          </ac:picMkLst>
        </pc:picChg>
        <pc:picChg chg="add mod modCrop">
          <ac:chgData name="Mahesh Chowdary" userId="438a3ffe85f3f198" providerId="Windows Live" clId="Web-{4357D51D-7038-4DF7-84DC-67746918D273}" dt="2021-10-14T08:59:44.939" v="443" actId="14100"/>
          <ac:picMkLst>
            <pc:docMk/>
            <pc:sldMk cId="45353424" sldId="260"/>
            <ac:picMk id="5" creationId="{8E507146-4EC6-49C6-BB21-B872A6670E07}"/>
          </ac:picMkLst>
        </pc:picChg>
      </pc:sldChg>
      <pc:sldChg chg="addSp delSp modSp add replId">
        <pc:chgData name="Mahesh Chowdary" userId="438a3ffe85f3f198" providerId="Windows Live" clId="Web-{4357D51D-7038-4DF7-84DC-67746918D273}" dt="2021-10-14T09:33:23.794" v="1252" actId="20577"/>
        <pc:sldMkLst>
          <pc:docMk/>
          <pc:sldMk cId="2861849312" sldId="261"/>
        </pc:sldMkLst>
        <pc:spChg chg="del mod">
          <ac:chgData name="Mahesh Chowdary" userId="438a3ffe85f3f198" providerId="Windows Live" clId="Web-{4357D51D-7038-4DF7-84DC-67746918D273}" dt="2021-10-14T08:55:37.260" v="408"/>
          <ac:spMkLst>
            <pc:docMk/>
            <pc:sldMk cId="2861849312" sldId="261"/>
            <ac:spMk id="2" creationId="{079D8D04-0687-4D85-B3E5-3C109E23221F}"/>
          </ac:spMkLst>
        </pc:spChg>
        <pc:spChg chg="add mod">
          <ac:chgData name="Mahesh Chowdary" userId="438a3ffe85f3f198" providerId="Windows Live" clId="Web-{4357D51D-7038-4DF7-84DC-67746918D273}" dt="2021-10-14T08:58:23.780" v="437" actId="20577"/>
          <ac:spMkLst>
            <pc:docMk/>
            <pc:sldMk cId="2861849312" sldId="261"/>
            <ac:spMk id="3" creationId="{862B0183-10A2-4996-B445-DA5CD7608CF8}"/>
          </ac:spMkLst>
        </pc:spChg>
        <pc:spChg chg="mod">
          <ac:chgData name="Mahesh Chowdary" userId="438a3ffe85f3f198" providerId="Windows Live" clId="Web-{4357D51D-7038-4DF7-84DC-67746918D273}" dt="2021-10-14T09:33:23.794" v="1252" actId="20577"/>
          <ac:spMkLst>
            <pc:docMk/>
            <pc:sldMk cId="2861849312" sldId="261"/>
            <ac:spMk id="13" creationId="{7102FF7A-EBBB-40BB-A5B5-C177CC0CA545}"/>
          </ac:spMkLst>
        </pc:spChg>
        <pc:picChg chg="del">
          <ac:chgData name="Mahesh Chowdary" userId="438a3ffe85f3f198" providerId="Windows Live" clId="Web-{4357D51D-7038-4DF7-84DC-67746918D273}" dt="2021-10-14T08:50:56.720" v="385"/>
          <ac:picMkLst>
            <pc:docMk/>
            <pc:sldMk cId="2861849312" sldId="261"/>
            <ac:picMk id="5" creationId="{8E507146-4EC6-49C6-BB21-B872A6670E07}"/>
          </ac:picMkLst>
        </pc:picChg>
      </pc:sldChg>
      <pc:sldChg chg="modSp add replId">
        <pc:chgData name="Mahesh Chowdary" userId="438a3ffe85f3f198" providerId="Windows Live" clId="Web-{4357D51D-7038-4DF7-84DC-67746918D273}" dt="2021-10-14T09:32:43.543" v="1248" actId="20577"/>
        <pc:sldMkLst>
          <pc:docMk/>
          <pc:sldMk cId="649750969" sldId="262"/>
        </pc:sldMkLst>
        <pc:spChg chg="mod">
          <ac:chgData name="Mahesh Chowdary" userId="438a3ffe85f3f198" providerId="Windows Live" clId="Web-{4357D51D-7038-4DF7-84DC-67746918D273}" dt="2021-10-14T09:05:22.824" v="487" actId="20577"/>
          <ac:spMkLst>
            <pc:docMk/>
            <pc:sldMk cId="649750969" sldId="262"/>
            <ac:spMk id="11" creationId="{685B57F6-59DE-4274-A37C-F47FE4E42EEF}"/>
          </ac:spMkLst>
        </pc:spChg>
        <pc:spChg chg="mod">
          <ac:chgData name="Mahesh Chowdary" userId="438a3ffe85f3f198" providerId="Windows Live" clId="Web-{4357D51D-7038-4DF7-84DC-67746918D273}" dt="2021-10-14T09:32:43.543" v="1248" actId="20577"/>
          <ac:spMkLst>
            <pc:docMk/>
            <pc:sldMk cId="649750969" sldId="262"/>
            <ac:spMk id="13" creationId="{7102FF7A-EBBB-40BB-A5B5-C177CC0CA545}"/>
          </ac:spMkLst>
        </pc:spChg>
      </pc:sldChg>
      <pc:sldChg chg="addSp delSp modSp add replId">
        <pc:chgData name="Mahesh Chowdary" userId="438a3ffe85f3f198" providerId="Windows Live" clId="Web-{4357D51D-7038-4DF7-84DC-67746918D273}" dt="2021-10-14T09:32:11.933" v="1244" actId="20577"/>
        <pc:sldMkLst>
          <pc:docMk/>
          <pc:sldMk cId="4101435816" sldId="263"/>
        </pc:sldMkLst>
        <pc:spChg chg="mod">
          <ac:chgData name="Mahesh Chowdary" userId="438a3ffe85f3f198" providerId="Windows Live" clId="Web-{4357D51D-7038-4DF7-84DC-67746918D273}" dt="2021-10-14T09:32:11.933" v="1244" actId="20577"/>
          <ac:spMkLst>
            <pc:docMk/>
            <pc:sldMk cId="4101435816" sldId="263"/>
            <ac:spMk id="13" creationId="{7102FF7A-EBBB-40BB-A5B5-C177CC0CA545}"/>
          </ac:spMkLst>
        </pc:spChg>
        <pc:graphicFrameChg chg="add del mod modGraphic">
          <ac:chgData name="Mahesh Chowdary" userId="438a3ffe85f3f198" providerId="Windows Live" clId="Web-{4357D51D-7038-4DF7-84DC-67746918D273}" dt="2021-10-14T09:23:50.778" v="903"/>
          <ac:graphicFrameMkLst>
            <pc:docMk/>
            <pc:sldMk cId="4101435816" sldId="263"/>
            <ac:graphicFrameMk id="2" creationId="{A30923E7-54B4-4FF7-8711-08FD3DD68517}"/>
          </ac:graphicFrameMkLst>
        </pc:graphicFrameChg>
        <pc:graphicFrameChg chg="add mod modGraphic">
          <ac:chgData name="Mahesh Chowdary" userId="438a3ffe85f3f198" providerId="Windows Live" clId="Web-{4357D51D-7038-4DF7-84DC-67746918D273}" dt="2021-10-14T09:30:43.430" v="1236"/>
          <ac:graphicFrameMkLst>
            <pc:docMk/>
            <pc:sldMk cId="4101435816" sldId="263"/>
            <ac:graphicFrameMk id="5" creationId="{C157949A-913B-4D97-A3A7-42FDC6581B6A}"/>
          </ac:graphicFrameMkLst>
        </pc:graphicFrameChg>
      </pc:sldChg>
      <pc:sldChg chg="addSp delSp modSp add replId">
        <pc:chgData name="Mahesh Chowdary" userId="438a3ffe85f3f198" providerId="Windows Live" clId="Web-{4357D51D-7038-4DF7-84DC-67746918D273}" dt="2021-10-14T10:01:16.936" v="1296"/>
        <pc:sldMkLst>
          <pc:docMk/>
          <pc:sldMk cId="130694222" sldId="264"/>
        </pc:sldMkLst>
        <pc:spChg chg="mod">
          <ac:chgData name="Mahesh Chowdary" userId="438a3ffe85f3f198" providerId="Windows Live" clId="Web-{4357D51D-7038-4DF7-84DC-67746918D273}" dt="2021-10-14T09:55:09.207" v="1282" actId="20577"/>
          <ac:spMkLst>
            <pc:docMk/>
            <pc:sldMk cId="130694222" sldId="264"/>
            <ac:spMk id="3" creationId="{862B0183-10A2-4996-B445-DA5CD7608CF8}"/>
          </ac:spMkLst>
        </pc:spChg>
        <pc:spChg chg="add del mod">
          <ac:chgData name="Mahesh Chowdary" userId="438a3ffe85f3f198" providerId="Windows Live" clId="Web-{4357D51D-7038-4DF7-84DC-67746918D273}" dt="2021-10-14T09:49:40.838" v="1270"/>
          <ac:spMkLst>
            <pc:docMk/>
            <pc:sldMk cId="130694222" sldId="264"/>
            <ac:spMk id="6" creationId="{0FC1D7EB-4C80-4734-AC17-7517F2202004}"/>
          </ac:spMkLst>
        </pc:spChg>
        <pc:spChg chg="add del mod">
          <ac:chgData name="Mahesh Chowdary" userId="438a3ffe85f3f198" providerId="Windows Live" clId="Web-{4357D51D-7038-4DF7-84DC-67746918D273}" dt="2021-10-14T09:54:18.893" v="1271"/>
          <ac:spMkLst>
            <pc:docMk/>
            <pc:sldMk cId="130694222" sldId="264"/>
            <ac:spMk id="8" creationId="{62B1D457-BFE1-4E62-A937-6C26005B0579}"/>
          </ac:spMkLst>
        </pc:spChg>
        <pc:spChg chg="add del mod">
          <ac:chgData name="Mahesh Chowdary" userId="438a3ffe85f3f198" providerId="Windows Live" clId="Web-{4357D51D-7038-4DF7-84DC-67746918D273}" dt="2021-10-14T09:49:03.775" v="1266"/>
          <ac:spMkLst>
            <pc:docMk/>
            <pc:sldMk cId="130694222" sldId="264"/>
            <ac:spMk id="10" creationId="{C96080E8-EF1B-4067-A857-49F866DB4308}"/>
          </ac:spMkLst>
        </pc:spChg>
        <pc:spChg chg="del mod">
          <ac:chgData name="Mahesh Chowdary" userId="438a3ffe85f3f198" providerId="Windows Live" clId="Web-{4357D51D-7038-4DF7-84DC-67746918D273}" dt="2021-10-14T09:47:28.350" v="1259"/>
          <ac:spMkLst>
            <pc:docMk/>
            <pc:sldMk cId="130694222" sldId="264"/>
            <ac:spMk id="13" creationId="{7102FF7A-EBBB-40BB-A5B5-C177CC0CA545}"/>
          </ac:spMkLst>
        </pc:spChg>
        <pc:graphicFrameChg chg="del mod modGraphic">
          <ac:chgData name="Mahesh Chowdary" userId="438a3ffe85f3f198" providerId="Windows Live" clId="Web-{4357D51D-7038-4DF7-84DC-67746918D273}" dt="2021-10-14T09:47:41.475" v="1261"/>
          <ac:graphicFrameMkLst>
            <pc:docMk/>
            <pc:sldMk cId="130694222" sldId="264"/>
            <ac:graphicFrameMk id="5" creationId="{C157949A-913B-4D97-A3A7-42FDC6581B6A}"/>
          </ac:graphicFrameMkLst>
        </pc:graphicFrameChg>
        <pc:picChg chg="add mod">
          <ac:chgData name="Mahesh Chowdary" userId="438a3ffe85f3f198" providerId="Windows Live" clId="Web-{4357D51D-7038-4DF7-84DC-67746918D273}" dt="2021-10-14T09:56:38.694" v="1287" actId="1076"/>
          <ac:picMkLst>
            <pc:docMk/>
            <pc:sldMk cId="130694222" sldId="264"/>
            <ac:picMk id="9" creationId="{F719A40E-83D7-4002-A174-1E42A90D47C0}"/>
          </ac:picMkLst>
        </pc:picChg>
        <pc:picChg chg="add mod modCrop">
          <ac:chgData name="Mahesh Chowdary" userId="438a3ffe85f3f198" providerId="Windows Live" clId="Web-{4357D51D-7038-4DF7-84DC-67746918D273}" dt="2021-10-14T10:01:16.936" v="1296"/>
          <ac:picMkLst>
            <pc:docMk/>
            <pc:sldMk cId="130694222" sldId="264"/>
            <ac:picMk id="12" creationId="{EF6854B9-D0A1-445C-9ED4-95F29D6A2925}"/>
          </ac:picMkLst>
        </pc:picChg>
      </pc:sldChg>
    </pc:docChg>
  </pc:docChgLst>
  <pc:docChgLst>
    <pc:chgData name="Mahesh Chowdary" userId="438a3ffe85f3f198" providerId="Windows Live" clId="Web-{2931CAB2-B564-4E1E-BFBE-582652A64166}"/>
    <pc:docChg chg="addSld modSld addMainMaster delMainMaster">
      <pc:chgData name="Mahesh Chowdary" userId="438a3ffe85f3f198" providerId="Windows Live" clId="Web-{2931CAB2-B564-4E1E-BFBE-582652A64166}" dt="2021-10-11T05:28:53.278" v="87"/>
      <pc:docMkLst>
        <pc:docMk/>
      </pc:docMkLst>
      <pc:sldChg chg="addSp delSp modSp mod setBg modClrScheme setClrOvrMap chgLayout">
        <pc:chgData name="Mahesh Chowdary" userId="438a3ffe85f3f198" providerId="Windows Live" clId="Web-{2931CAB2-B564-4E1E-BFBE-582652A64166}" dt="2021-10-11T05:28:08.822" v="86" actId="1076"/>
        <pc:sldMkLst>
          <pc:docMk/>
          <pc:sldMk cId="109857222" sldId="256"/>
        </pc:sldMkLst>
        <pc:spChg chg="mod">
          <ac:chgData name="Mahesh Chowdary" userId="438a3ffe85f3f198" providerId="Windows Live" clId="Web-{2931CAB2-B564-4E1E-BFBE-582652A64166}" dt="2021-10-11T05:22:28.252" v="66" actId="1076"/>
          <ac:spMkLst>
            <pc:docMk/>
            <pc:sldMk cId="109857222" sldId="256"/>
            <ac:spMk id="2" creationId="{00000000-0000-0000-0000-000000000000}"/>
          </ac:spMkLst>
        </pc:spChg>
        <pc:spChg chg="mod">
          <ac:chgData name="Mahesh Chowdary" userId="438a3ffe85f3f198" providerId="Windows Live" clId="Web-{2931CAB2-B564-4E1E-BFBE-582652A64166}" dt="2021-10-11T05:26:35.940" v="76" actId="1076"/>
          <ac:spMkLst>
            <pc:docMk/>
            <pc:sldMk cId="109857222" sldId="256"/>
            <ac:spMk id="3" creationId="{00000000-0000-0000-0000-000000000000}"/>
          </ac:spMkLst>
        </pc:spChg>
        <pc:spChg chg="add del mod">
          <ac:chgData name="Mahesh Chowdary" userId="438a3ffe85f3f198" providerId="Windows Live" clId="Web-{2931CAB2-B564-4E1E-BFBE-582652A64166}" dt="2021-10-11T05:19:55.941" v="34"/>
          <ac:spMkLst>
            <pc:docMk/>
            <pc:sldMk cId="109857222" sldId="256"/>
            <ac:spMk id="5" creationId="{919420FB-8945-4BD4-8515-F5CA4C361C45}"/>
          </ac:spMkLst>
        </pc:spChg>
        <pc:spChg chg="add mod">
          <ac:chgData name="Mahesh Chowdary" userId="438a3ffe85f3f198" providerId="Windows Live" clId="Web-{2931CAB2-B564-4E1E-BFBE-582652A64166}" dt="2021-10-11T05:28:08.822" v="86" actId="1076"/>
          <ac:spMkLst>
            <pc:docMk/>
            <pc:sldMk cId="109857222" sldId="256"/>
            <ac:spMk id="7" creationId="{ABD003D0-80E8-414F-A05A-EAECD6D46A30}"/>
          </ac:spMkLst>
        </pc:spChg>
        <pc:spChg chg="add del">
          <ac:chgData name="Mahesh Chowdary" userId="438a3ffe85f3f198" providerId="Windows Live" clId="Web-{2931CAB2-B564-4E1E-BFBE-582652A64166}" dt="2021-10-11T05:19:37.456" v="33"/>
          <ac:spMkLst>
            <pc:docMk/>
            <pc:sldMk cId="109857222" sldId="256"/>
            <ac:spMk id="10" creationId="{71B2258F-86CA-4D4D-8270-BC05FCDEBFB3}"/>
          </ac:spMkLst>
        </pc:spChg>
        <pc:spChg chg="add">
          <ac:chgData name="Mahesh Chowdary" userId="438a3ffe85f3f198" providerId="Windows Live" clId="Web-{2931CAB2-B564-4E1E-BFBE-582652A64166}" dt="2021-10-11T05:19:37.456" v="33"/>
          <ac:spMkLst>
            <pc:docMk/>
            <pc:sldMk cId="109857222" sldId="256"/>
            <ac:spMk id="15" creationId="{37D505C3-540C-4E1B-AFF5-74A9D9BD3E44}"/>
          </ac:spMkLst>
        </pc:spChg>
        <pc:spChg chg="add">
          <ac:chgData name="Mahesh Chowdary" userId="438a3ffe85f3f198" providerId="Windows Live" clId="Web-{2931CAB2-B564-4E1E-BFBE-582652A64166}" dt="2021-10-11T05:19:37.456" v="33"/>
          <ac:spMkLst>
            <pc:docMk/>
            <pc:sldMk cId="109857222" sldId="256"/>
            <ac:spMk id="17" creationId="{C5C14909-AFB2-4E07-A65C-633954901FC1}"/>
          </ac:spMkLst>
        </pc:spChg>
        <pc:spChg chg="add">
          <ac:chgData name="Mahesh Chowdary" userId="438a3ffe85f3f198" providerId="Windows Live" clId="Web-{2931CAB2-B564-4E1E-BFBE-582652A64166}" dt="2021-10-11T05:19:37.456" v="33"/>
          <ac:spMkLst>
            <pc:docMk/>
            <pc:sldMk cId="109857222" sldId="256"/>
            <ac:spMk id="19" creationId="{5BC4B016-0848-4634-83F9-FBC4C80CAE8E}"/>
          </ac:spMkLst>
        </pc:spChg>
        <pc:picChg chg="add mod ord">
          <ac:chgData name="Mahesh Chowdary" userId="438a3ffe85f3f198" providerId="Windows Live" clId="Web-{2931CAB2-B564-4E1E-BFBE-582652A64166}" dt="2021-10-11T05:19:37.456" v="33"/>
          <ac:picMkLst>
            <pc:docMk/>
            <pc:sldMk cId="109857222" sldId="256"/>
            <ac:picMk id="4" creationId="{D6ABF05A-D084-45F3-8950-F2C005A6BBBE}"/>
          </ac:picMkLst>
        </pc:picChg>
      </pc:sldChg>
      <pc:sldChg chg="new">
        <pc:chgData name="Mahesh Chowdary" userId="438a3ffe85f3f198" providerId="Windows Live" clId="Web-{2931CAB2-B564-4E1E-BFBE-582652A64166}" dt="2021-10-11T05:28:53.278" v="87"/>
        <pc:sldMkLst>
          <pc:docMk/>
          <pc:sldMk cId="2232312894" sldId="257"/>
        </pc:sldMkLst>
      </pc:sldChg>
      <pc:sldMasterChg chg="del delSldLayout">
        <pc:chgData name="Mahesh Chowdary" userId="438a3ffe85f3f198" providerId="Windows Live" clId="Web-{2931CAB2-B564-4E1E-BFBE-582652A64166}" dt="2021-10-11T05:19:37.456" v="33"/>
        <pc:sldMasterMkLst>
          <pc:docMk/>
          <pc:sldMasterMk cId="2460954070" sldId="2147483660"/>
        </pc:sldMasterMkLst>
        <pc:sldLayoutChg chg="del">
          <pc:chgData name="Mahesh Chowdary" userId="438a3ffe85f3f198" providerId="Windows Live" clId="Web-{2931CAB2-B564-4E1E-BFBE-582652A64166}" dt="2021-10-11T05:19:37.456" v="33"/>
          <pc:sldLayoutMkLst>
            <pc:docMk/>
            <pc:sldMasterMk cId="2460954070" sldId="2147483660"/>
            <pc:sldLayoutMk cId="2385387890" sldId="2147483661"/>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949138452" sldId="2147483662"/>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2591524520" sldId="2147483663"/>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1203092039" sldId="2147483664"/>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3733172339" sldId="2147483665"/>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3210312558" sldId="2147483666"/>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3146388984" sldId="2147483667"/>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3171841454" sldId="2147483668"/>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1718958274" sldId="2147483669"/>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2202905451" sldId="2147483670"/>
          </pc:sldLayoutMkLst>
        </pc:sldLayoutChg>
        <pc:sldLayoutChg chg="del">
          <pc:chgData name="Mahesh Chowdary" userId="438a3ffe85f3f198" providerId="Windows Live" clId="Web-{2931CAB2-B564-4E1E-BFBE-582652A64166}" dt="2021-10-11T05:19:37.456" v="33"/>
          <pc:sldLayoutMkLst>
            <pc:docMk/>
            <pc:sldMasterMk cId="2460954070" sldId="2147483660"/>
            <pc:sldLayoutMk cId="3479445657" sldId="2147483671"/>
          </pc:sldLayoutMkLst>
        </pc:sldLayoutChg>
      </pc:sldMasterChg>
      <pc:sldMasterChg chg="add addSldLayout">
        <pc:chgData name="Mahesh Chowdary" userId="438a3ffe85f3f198" providerId="Windows Live" clId="Web-{2931CAB2-B564-4E1E-BFBE-582652A64166}" dt="2021-10-11T05:19:37.456" v="33"/>
        <pc:sldMasterMkLst>
          <pc:docMk/>
          <pc:sldMasterMk cId="106462207" sldId="2147483724"/>
        </pc:sldMasterMkLst>
        <pc:sldLayoutChg chg="add">
          <pc:chgData name="Mahesh Chowdary" userId="438a3ffe85f3f198" providerId="Windows Live" clId="Web-{2931CAB2-B564-4E1E-BFBE-582652A64166}" dt="2021-10-11T05:19:37.456" v="33"/>
          <pc:sldLayoutMkLst>
            <pc:docMk/>
            <pc:sldMasterMk cId="106462207" sldId="2147483724"/>
            <pc:sldLayoutMk cId="943294266" sldId="2147483713"/>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3828346210" sldId="2147483714"/>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2190475887" sldId="2147483715"/>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2027328971" sldId="2147483716"/>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479081678" sldId="2147483717"/>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3454318678" sldId="2147483718"/>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830060294" sldId="2147483719"/>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3979017664" sldId="2147483720"/>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1776178063" sldId="2147483721"/>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1268132873" sldId="2147483722"/>
          </pc:sldLayoutMkLst>
        </pc:sldLayoutChg>
        <pc:sldLayoutChg chg="add">
          <pc:chgData name="Mahesh Chowdary" userId="438a3ffe85f3f198" providerId="Windows Live" clId="Web-{2931CAB2-B564-4E1E-BFBE-582652A64166}" dt="2021-10-11T05:19:37.456" v="33"/>
          <pc:sldLayoutMkLst>
            <pc:docMk/>
            <pc:sldMasterMk cId="106462207" sldId="2147483724"/>
            <pc:sldLayoutMk cId="2646667483" sldId="2147483723"/>
          </pc:sldLayoutMkLst>
        </pc:sldLayoutChg>
      </pc:sldMasterChg>
    </pc:docChg>
  </pc:docChgLst>
  <pc:docChgLst>
    <pc:chgData name="Mahesh Chowdary" userId="438a3ffe85f3f198" providerId="Windows Live" clId="Web-{FB576768-ACDC-4926-A763-0AC2FD8F1B01}"/>
    <pc:docChg chg="addSld modSld sldOrd addMainMaster">
      <pc:chgData name="Mahesh Chowdary" userId="438a3ffe85f3f198" providerId="Windows Live" clId="Web-{FB576768-ACDC-4926-A763-0AC2FD8F1B01}" dt="2021-10-14T10:41:53.192" v="168"/>
      <pc:docMkLst>
        <pc:docMk/>
      </pc:docMkLst>
      <pc:sldChg chg="addSp delSp modSp">
        <pc:chgData name="Mahesh Chowdary" userId="438a3ffe85f3f198" providerId="Windows Live" clId="Web-{FB576768-ACDC-4926-A763-0AC2FD8F1B01}" dt="2021-10-14T10:23:36.219" v="24" actId="1076"/>
        <pc:sldMkLst>
          <pc:docMk/>
          <pc:sldMk cId="130694222" sldId="264"/>
        </pc:sldMkLst>
        <pc:spChg chg="mod">
          <ac:chgData name="Mahesh Chowdary" userId="438a3ffe85f3f198" providerId="Windows Live" clId="Web-{FB576768-ACDC-4926-A763-0AC2FD8F1B01}" dt="2021-10-14T10:23:26.578" v="23" actId="1076"/>
          <ac:spMkLst>
            <pc:docMk/>
            <pc:sldMk cId="130694222" sldId="264"/>
            <ac:spMk id="3" creationId="{862B0183-10A2-4996-B445-DA5CD7608CF8}"/>
          </ac:spMkLst>
        </pc:spChg>
        <pc:picChg chg="add mod">
          <ac:chgData name="Mahesh Chowdary" userId="438a3ffe85f3f198" providerId="Windows Live" clId="Web-{FB576768-ACDC-4926-A763-0AC2FD8F1B01}" dt="2021-10-14T10:21:06.151" v="8" actId="1076"/>
          <ac:picMkLst>
            <pc:docMk/>
            <pc:sldMk cId="130694222" sldId="264"/>
            <ac:picMk id="2" creationId="{A9F00F30-4A16-46D9-B390-ECA639E2D516}"/>
          </ac:picMkLst>
        </pc:picChg>
        <pc:picChg chg="add mod">
          <ac:chgData name="Mahesh Chowdary" userId="438a3ffe85f3f198" providerId="Windows Live" clId="Web-{FB576768-ACDC-4926-A763-0AC2FD8F1B01}" dt="2021-10-14T10:23:36.219" v="24" actId="1076"/>
          <ac:picMkLst>
            <pc:docMk/>
            <pc:sldMk cId="130694222" sldId="264"/>
            <ac:picMk id="5" creationId="{1202772D-BEA3-40B5-A282-F8226B1FD7B6}"/>
          </ac:picMkLst>
        </pc:picChg>
        <pc:picChg chg="add mod">
          <ac:chgData name="Mahesh Chowdary" userId="438a3ffe85f3f198" providerId="Windows Live" clId="Web-{FB576768-ACDC-4926-A763-0AC2FD8F1B01}" dt="2021-10-14T10:22:34.701" v="19" actId="14100"/>
          <ac:picMkLst>
            <pc:docMk/>
            <pc:sldMk cId="130694222" sldId="264"/>
            <ac:picMk id="6" creationId="{1CE29C71-1903-4C6D-9471-6BEE75561624}"/>
          </ac:picMkLst>
        </pc:picChg>
        <pc:picChg chg="del">
          <ac:chgData name="Mahesh Chowdary" userId="438a3ffe85f3f198" providerId="Windows Live" clId="Web-{FB576768-ACDC-4926-A763-0AC2FD8F1B01}" dt="2021-10-14T10:20:01.587" v="1"/>
          <ac:picMkLst>
            <pc:docMk/>
            <pc:sldMk cId="130694222" sldId="264"/>
            <ac:picMk id="9" creationId="{F719A40E-83D7-4002-A174-1E42A90D47C0}"/>
          </ac:picMkLst>
        </pc:picChg>
        <pc:picChg chg="del">
          <ac:chgData name="Mahesh Chowdary" userId="438a3ffe85f3f198" providerId="Windows Live" clId="Web-{FB576768-ACDC-4926-A763-0AC2FD8F1B01}" dt="2021-10-14T10:19:58.821" v="0"/>
          <ac:picMkLst>
            <pc:docMk/>
            <pc:sldMk cId="130694222" sldId="264"/>
            <ac:picMk id="12" creationId="{EF6854B9-D0A1-445C-9ED4-95F29D6A2925}"/>
          </ac:picMkLst>
        </pc:picChg>
      </pc:sldChg>
      <pc:sldChg chg="addSp delSp modSp add replId">
        <pc:chgData name="Mahesh Chowdary" userId="438a3ffe85f3f198" providerId="Windows Live" clId="Web-{FB576768-ACDC-4926-A763-0AC2FD8F1B01}" dt="2021-10-14T10:28:14.228" v="56" actId="1076"/>
        <pc:sldMkLst>
          <pc:docMk/>
          <pc:sldMk cId="1708285567" sldId="265"/>
        </pc:sldMkLst>
        <pc:picChg chg="del">
          <ac:chgData name="Mahesh Chowdary" userId="438a3ffe85f3f198" providerId="Windows Live" clId="Web-{FB576768-ACDC-4926-A763-0AC2FD8F1B01}" dt="2021-10-14T10:23:53.547" v="26"/>
          <ac:picMkLst>
            <pc:docMk/>
            <pc:sldMk cId="1708285567" sldId="265"/>
            <ac:picMk id="2" creationId="{A9F00F30-4A16-46D9-B390-ECA639E2D516}"/>
          </ac:picMkLst>
        </pc:picChg>
        <pc:picChg chg="del">
          <ac:chgData name="Mahesh Chowdary" userId="438a3ffe85f3f198" providerId="Windows Live" clId="Web-{FB576768-ACDC-4926-A763-0AC2FD8F1B01}" dt="2021-10-14T10:23:56.047" v="27"/>
          <ac:picMkLst>
            <pc:docMk/>
            <pc:sldMk cId="1708285567" sldId="265"/>
            <ac:picMk id="5" creationId="{1202772D-BEA3-40B5-A282-F8226B1FD7B6}"/>
          </ac:picMkLst>
        </pc:picChg>
        <pc:picChg chg="del">
          <ac:chgData name="Mahesh Chowdary" userId="438a3ffe85f3f198" providerId="Windows Live" clId="Web-{FB576768-ACDC-4926-A763-0AC2FD8F1B01}" dt="2021-10-14T10:24:00.485" v="28"/>
          <ac:picMkLst>
            <pc:docMk/>
            <pc:sldMk cId="1708285567" sldId="265"/>
            <ac:picMk id="6" creationId="{1CE29C71-1903-4C6D-9471-6BEE75561624}"/>
          </ac:picMkLst>
        </pc:picChg>
        <pc:picChg chg="add mod">
          <ac:chgData name="Mahesh Chowdary" userId="438a3ffe85f3f198" providerId="Windows Live" clId="Web-{FB576768-ACDC-4926-A763-0AC2FD8F1B01}" dt="2021-10-14T10:28:01.509" v="54" actId="1076"/>
          <ac:picMkLst>
            <pc:docMk/>
            <pc:sldMk cId="1708285567" sldId="265"/>
            <ac:picMk id="7" creationId="{0B7AE411-2ABB-47D8-80F1-4393433D4241}"/>
          </ac:picMkLst>
        </pc:picChg>
        <pc:picChg chg="add mod">
          <ac:chgData name="Mahesh Chowdary" userId="438a3ffe85f3f198" providerId="Windows Live" clId="Web-{FB576768-ACDC-4926-A763-0AC2FD8F1B01}" dt="2021-10-14T10:28:14.228" v="56" actId="1076"/>
          <ac:picMkLst>
            <pc:docMk/>
            <pc:sldMk cId="1708285567" sldId="265"/>
            <ac:picMk id="8" creationId="{2C5241A7-AC4B-4BE4-8AF3-01E4F60AF675}"/>
          </ac:picMkLst>
        </pc:picChg>
        <pc:picChg chg="add mod">
          <ac:chgData name="Mahesh Chowdary" userId="438a3ffe85f3f198" providerId="Windows Live" clId="Web-{FB576768-ACDC-4926-A763-0AC2FD8F1B01}" dt="2021-10-14T10:28:11.431" v="55" actId="1076"/>
          <ac:picMkLst>
            <pc:docMk/>
            <pc:sldMk cId="1708285567" sldId="265"/>
            <ac:picMk id="9" creationId="{07A19C97-640B-4E4B-9C92-046B33CC9247}"/>
          </ac:picMkLst>
        </pc:picChg>
      </pc:sldChg>
      <pc:sldChg chg="addSp delSp modSp add replId">
        <pc:chgData name="Mahesh Chowdary" userId="438a3ffe85f3f198" providerId="Windows Live" clId="Web-{FB576768-ACDC-4926-A763-0AC2FD8F1B01}" dt="2021-10-14T10:41:04.003" v="166" actId="1076"/>
        <pc:sldMkLst>
          <pc:docMk/>
          <pc:sldMk cId="3495806091" sldId="266"/>
        </pc:sldMkLst>
        <pc:spChg chg="mod">
          <ac:chgData name="Mahesh Chowdary" userId="438a3ffe85f3f198" providerId="Windows Live" clId="Web-{FB576768-ACDC-4926-A763-0AC2FD8F1B01}" dt="2021-10-14T10:39:27.422" v="134" actId="1076"/>
          <ac:spMkLst>
            <pc:docMk/>
            <pc:sldMk cId="3495806091" sldId="266"/>
            <ac:spMk id="3" creationId="{862B0183-10A2-4996-B445-DA5CD7608CF8}"/>
          </ac:spMkLst>
        </pc:spChg>
        <pc:spChg chg="add mod">
          <ac:chgData name="Mahesh Chowdary" userId="438a3ffe85f3f198" providerId="Windows Live" clId="Web-{FB576768-ACDC-4926-A763-0AC2FD8F1B01}" dt="2021-10-14T10:41:04.003" v="166" actId="1076"/>
          <ac:spMkLst>
            <pc:docMk/>
            <pc:sldMk cId="3495806091" sldId="266"/>
            <ac:spMk id="5" creationId="{3CF1EF9A-B09F-41AC-8B2D-1EDB9B5B718D}"/>
          </ac:spMkLst>
        </pc:spChg>
        <pc:spChg chg="add mod">
          <ac:chgData name="Mahesh Chowdary" userId="438a3ffe85f3f198" providerId="Windows Live" clId="Web-{FB576768-ACDC-4926-A763-0AC2FD8F1B01}" dt="2021-10-14T10:41:00.440" v="165" actId="1076"/>
          <ac:spMkLst>
            <pc:docMk/>
            <pc:sldMk cId="3495806091" sldId="266"/>
            <ac:spMk id="6" creationId="{BD14B523-DC6F-45D6-B753-AD74531D5C89}"/>
          </ac:spMkLst>
        </pc:spChg>
        <pc:picChg chg="add mod">
          <ac:chgData name="Mahesh Chowdary" userId="438a3ffe85f3f198" providerId="Windows Live" clId="Web-{FB576768-ACDC-4926-A763-0AC2FD8F1B01}" dt="2021-10-14T10:39:30.797" v="135" actId="1076"/>
          <ac:picMkLst>
            <pc:docMk/>
            <pc:sldMk cId="3495806091" sldId="266"/>
            <ac:picMk id="2" creationId="{F06DB6C6-FA5F-4D3E-9FD5-26685839094B}"/>
          </ac:picMkLst>
        </pc:picChg>
        <pc:picChg chg="del">
          <ac:chgData name="Mahesh Chowdary" userId="438a3ffe85f3f198" providerId="Windows Live" clId="Web-{FB576768-ACDC-4926-A763-0AC2FD8F1B01}" dt="2021-10-14T10:28:31.385" v="58"/>
          <ac:picMkLst>
            <pc:docMk/>
            <pc:sldMk cId="3495806091" sldId="266"/>
            <ac:picMk id="7" creationId="{0B7AE411-2ABB-47D8-80F1-4393433D4241}"/>
          </ac:picMkLst>
        </pc:picChg>
        <pc:picChg chg="del">
          <ac:chgData name="Mahesh Chowdary" userId="438a3ffe85f3f198" providerId="Windows Live" clId="Web-{FB576768-ACDC-4926-A763-0AC2FD8F1B01}" dt="2021-10-14T10:28:32.822" v="59"/>
          <ac:picMkLst>
            <pc:docMk/>
            <pc:sldMk cId="3495806091" sldId="266"/>
            <ac:picMk id="8" creationId="{2C5241A7-AC4B-4BE4-8AF3-01E4F60AF675}"/>
          </ac:picMkLst>
        </pc:picChg>
        <pc:picChg chg="del">
          <ac:chgData name="Mahesh Chowdary" userId="438a3ffe85f3f198" providerId="Windows Live" clId="Web-{FB576768-ACDC-4926-A763-0AC2FD8F1B01}" dt="2021-10-14T10:28:35.369" v="60"/>
          <ac:picMkLst>
            <pc:docMk/>
            <pc:sldMk cId="3495806091" sldId="266"/>
            <ac:picMk id="9" creationId="{07A19C97-640B-4E4B-9C92-046B33CC9247}"/>
          </ac:picMkLst>
        </pc:picChg>
      </pc:sldChg>
      <pc:sldChg chg="addSp delSp modSp add replId">
        <pc:chgData name="Mahesh Chowdary" userId="438a3ffe85f3f198" providerId="Windows Live" clId="Web-{FB576768-ACDC-4926-A763-0AC2FD8F1B01}" dt="2021-10-14T10:35:55.461" v="114" actId="1076"/>
        <pc:sldMkLst>
          <pc:docMk/>
          <pc:sldMk cId="1582426262" sldId="267"/>
        </pc:sldMkLst>
        <pc:spChg chg="mod">
          <ac:chgData name="Mahesh Chowdary" userId="438a3ffe85f3f198" providerId="Windows Live" clId="Web-{FB576768-ACDC-4926-A763-0AC2FD8F1B01}" dt="2021-10-14T10:35:55.461" v="114" actId="1076"/>
          <ac:spMkLst>
            <pc:docMk/>
            <pc:sldMk cId="1582426262" sldId="267"/>
            <ac:spMk id="3" creationId="{862B0183-10A2-4996-B445-DA5CD7608CF8}"/>
          </ac:spMkLst>
        </pc:spChg>
        <pc:picChg chg="del">
          <ac:chgData name="Mahesh Chowdary" userId="438a3ffe85f3f198" providerId="Windows Live" clId="Web-{FB576768-ACDC-4926-A763-0AC2FD8F1B01}" dt="2021-10-14T10:30:23.232" v="66"/>
          <ac:picMkLst>
            <pc:docMk/>
            <pc:sldMk cId="1582426262" sldId="267"/>
            <ac:picMk id="2" creationId="{F06DB6C6-FA5F-4D3E-9FD5-26685839094B}"/>
          </ac:picMkLst>
        </pc:picChg>
        <pc:picChg chg="add del mod">
          <ac:chgData name="Mahesh Chowdary" userId="438a3ffe85f3f198" providerId="Windows Live" clId="Web-{FB576768-ACDC-4926-A763-0AC2FD8F1B01}" dt="2021-10-14T10:31:52.735" v="77"/>
          <ac:picMkLst>
            <pc:docMk/>
            <pc:sldMk cId="1582426262" sldId="267"/>
            <ac:picMk id="5" creationId="{6ACA8A66-EF32-4D36-B81E-59B4838B4013}"/>
          </ac:picMkLst>
        </pc:picChg>
        <pc:picChg chg="add mod">
          <ac:chgData name="Mahesh Chowdary" userId="438a3ffe85f3f198" providerId="Windows Live" clId="Web-{FB576768-ACDC-4926-A763-0AC2FD8F1B01}" dt="2021-10-14T10:34:44.865" v="89" actId="14100"/>
          <ac:picMkLst>
            <pc:docMk/>
            <pc:sldMk cId="1582426262" sldId="267"/>
            <ac:picMk id="6" creationId="{FA227DC7-5C0A-4AE2-B240-FDDCFC902FC3}"/>
          </ac:picMkLst>
        </pc:picChg>
        <pc:picChg chg="add del mod">
          <ac:chgData name="Mahesh Chowdary" userId="438a3ffe85f3f198" providerId="Windows Live" clId="Web-{FB576768-ACDC-4926-A763-0AC2FD8F1B01}" dt="2021-10-14T10:34:39.225" v="88"/>
          <ac:picMkLst>
            <pc:docMk/>
            <pc:sldMk cId="1582426262" sldId="267"/>
            <ac:picMk id="7" creationId="{A59FB7F8-249D-4796-B84B-A954F7BAA4D5}"/>
          </ac:picMkLst>
        </pc:picChg>
      </pc:sldChg>
      <pc:sldChg chg="add ord">
        <pc:chgData name="Mahesh Chowdary" userId="438a3ffe85f3f198" providerId="Windows Live" clId="Web-{FB576768-ACDC-4926-A763-0AC2FD8F1B01}" dt="2021-10-14T10:41:53.192" v="168"/>
        <pc:sldMkLst>
          <pc:docMk/>
          <pc:sldMk cId="964044764" sldId="268"/>
        </pc:sldMkLst>
      </pc:sldChg>
      <pc:sldMasterChg chg="add addSldLayout">
        <pc:chgData name="Mahesh Chowdary" userId="438a3ffe85f3f198" providerId="Windows Live" clId="Web-{FB576768-ACDC-4926-A763-0AC2FD8F1B01}" dt="2021-10-14T10:41:40.426" v="167"/>
        <pc:sldMasterMkLst>
          <pc:docMk/>
          <pc:sldMasterMk cId="2202873372" sldId="2147483672"/>
        </pc:sldMasterMkLst>
        <pc:sldLayoutChg chg="add">
          <pc:chgData name="Mahesh Chowdary" userId="438a3ffe85f3f198" providerId="Windows Live" clId="Web-{FB576768-ACDC-4926-A763-0AC2FD8F1B01}" dt="2021-10-14T10:41:40.426" v="167"/>
          <pc:sldLayoutMkLst>
            <pc:docMk/>
            <pc:sldMasterMk cId="2202873372" sldId="2147483672"/>
            <pc:sldLayoutMk cId="3516848551" sldId="2147483673"/>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1927623460" sldId="2147483674"/>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2505312868" sldId="2147483675"/>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2421314463" sldId="2147483676"/>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346774495" sldId="2147483677"/>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3533917184" sldId="2147483678"/>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1909231635" sldId="2147483679"/>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2063127460" sldId="2147483680"/>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427555490" sldId="2147483681"/>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2387127391" sldId="2147483682"/>
          </pc:sldLayoutMkLst>
        </pc:sldLayoutChg>
        <pc:sldLayoutChg chg="add">
          <pc:chgData name="Mahesh Chowdary" userId="438a3ffe85f3f198" providerId="Windows Live" clId="Web-{FB576768-ACDC-4926-A763-0AC2FD8F1B01}" dt="2021-10-14T10:41:40.426" v="167"/>
          <pc:sldLayoutMkLst>
            <pc:docMk/>
            <pc:sldMasterMk cId="2202873372" sldId="2147483672"/>
            <pc:sldLayoutMk cId="2249917237" sldId="2147483683"/>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5CD60141-EEBD-4EC1-8E34-0344C16A18A2}"/>
              </a:ext>
              <a:ext uri="{C183D7F6-B498-43B3-948B-1728B52AA6E4}">
                <adec:decorative xmlns:adec="http://schemas.microsoft.com/office/drawing/2017/decorative" val="1"/>
              </a:ext>
            </a:extLst>
          </p:cNvPr>
          <p:cNvSpPr/>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65FCBBA-905A-4FD1-BFBA-F3EE6DA264E0}"/>
              </a:ext>
            </a:extLst>
          </p:cNvPr>
          <p:cNvSpPr>
            <a:spLocks noGrp="1"/>
          </p:cNvSpPr>
          <p:nvPr>
            <p:ph type="ctrTitle"/>
          </p:nvPr>
        </p:nvSpPr>
        <p:spPr>
          <a:xfrm>
            <a:off x="1143000" y="1181098"/>
            <a:ext cx="8986580" cy="2832404"/>
          </a:xfrm>
        </p:spPr>
        <p:txBody>
          <a:bodyPr anchor="t">
            <a:normAutofit/>
          </a:bodyPr>
          <a:lstStyle>
            <a:lvl1pPr algn="l">
              <a:lnSpc>
                <a:spcPct val="100000"/>
              </a:lnSpc>
              <a:defRPr sz="4800" cap="all" spc="300" baseline="0"/>
            </a:lvl1pPr>
          </a:lstStyle>
          <a:p>
            <a:r>
              <a:rPr lang="en-US" dirty="0"/>
              <a:t>Click to edit Master title style</a:t>
            </a:r>
          </a:p>
        </p:txBody>
      </p:sp>
      <p:sp>
        <p:nvSpPr>
          <p:cNvPr id="3" name="Subtitle 2">
            <a:extLst>
              <a:ext uri="{FF2B5EF4-FFF2-40B4-BE49-F238E27FC236}">
                <a16:creationId xmlns:a16="http://schemas.microsoft.com/office/drawing/2014/main" id="{13DD287E-F1C8-463F-8429-D1B5B1582520}"/>
              </a:ext>
            </a:extLst>
          </p:cNvPr>
          <p:cNvSpPr>
            <a:spLocks noGrp="1"/>
          </p:cNvSpPr>
          <p:nvPr>
            <p:ph type="subTitle" idx="1"/>
          </p:nvPr>
        </p:nvSpPr>
        <p:spPr>
          <a:xfrm>
            <a:off x="1143000" y="5463522"/>
            <a:ext cx="8986580" cy="650311"/>
          </a:xfrm>
        </p:spPr>
        <p:txBody>
          <a:bodyPr>
            <a:normAutofit/>
          </a:bodyPr>
          <a:lstStyle>
            <a:lvl1pPr marL="0" indent="0" algn="l">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81F44ED-7973-4A99-B2CA-A8962BCE0D5D}"/>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5" name="Footer Placeholder 4">
            <a:extLst>
              <a:ext uri="{FF2B5EF4-FFF2-40B4-BE49-F238E27FC236}">
                <a16:creationId xmlns:a16="http://schemas.microsoft.com/office/drawing/2014/main" id="{08DF96F2-D6BE-49AC-A605-5AE87C3F2F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7FC50-B13C-4B63-AE64-F71A6EDE63B6}"/>
              </a:ext>
            </a:extLst>
          </p:cNvPr>
          <p:cNvSpPr>
            <a:spLocks noGrp="1"/>
          </p:cNvSpPr>
          <p:nvPr>
            <p:ph type="sldNum" sz="quarter" idx="12"/>
          </p:nvPr>
        </p:nvSpPr>
        <p:spPr/>
        <p:txBody>
          <a:bodyPr/>
          <a:lstStyle/>
          <a:p>
            <a:fld id="{C0722274-0FAA-4649-AA4E-4210F4F32167}" type="slidenum">
              <a:rPr lang="en-US" smtClean="0"/>
              <a:t>‹#›</a:t>
            </a:fld>
            <a:endParaRPr lang="en-US"/>
          </a:p>
        </p:txBody>
      </p:sp>
      <p:cxnSp>
        <p:nvCxnSpPr>
          <p:cNvPr id="12" name="Straight Connector 11">
            <a:extLst>
              <a:ext uri="{FF2B5EF4-FFF2-40B4-BE49-F238E27FC236}">
                <a16:creationId xmlns:a16="http://schemas.microsoft.com/office/drawing/2014/main" id="{4C75A547-BCD1-42BE-966E-53CA0AB93165}"/>
              </a:ext>
            </a:extLst>
          </p:cNvPr>
          <p:cNvCxnSpPr>
            <a:cxnSpLocks/>
          </p:cNvCxnSpPr>
          <p:nvPr/>
        </p:nvCxnSpPr>
        <p:spPr>
          <a:xfrm>
            <a:off x="1188357" y="5151666"/>
            <a:ext cx="98225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006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CD6F3-88F1-4195-8395-57AA096BB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D8D06C-EB08-40B3-AFB3-A62F44112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3962F-B413-4C4C-A490-724DDB9E7DB9}"/>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5" name="Footer Placeholder 4">
            <a:extLst>
              <a:ext uri="{FF2B5EF4-FFF2-40B4-BE49-F238E27FC236}">
                <a16:creationId xmlns:a16="http://schemas.microsoft.com/office/drawing/2014/main" id="{02871813-4E87-4C04-835D-76246010B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22BA3-033C-491E-A045-F0052AC19A8C}"/>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979017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E19AD-2EDD-4B4F-9F9E-46A4441847A6}"/>
              </a:ext>
            </a:extLst>
          </p:cNvPr>
          <p:cNvSpPr>
            <a:spLocks noGrp="1"/>
          </p:cNvSpPr>
          <p:nvPr>
            <p:ph type="title"/>
          </p:nvPr>
        </p:nvSpPr>
        <p:spPr>
          <a:xfrm>
            <a:off x="1143000" y="1709738"/>
            <a:ext cx="8520952" cy="2852737"/>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00EE5927-21D5-4EBA-A112-CAD1BD38BCB1}"/>
              </a:ext>
            </a:extLst>
          </p:cNvPr>
          <p:cNvSpPr>
            <a:spLocks noGrp="1"/>
          </p:cNvSpPr>
          <p:nvPr>
            <p:ph type="body" idx="1"/>
          </p:nvPr>
        </p:nvSpPr>
        <p:spPr>
          <a:xfrm>
            <a:off x="1143000" y="4589466"/>
            <a:ext cx="8520952" cy="813266"/>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EF0D16-9D87-4D76-A5A5-534E24B7DD25}"/>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5" name="Footer Placeholder 4">
            <a:extLst>
              <a:ext uri="{FF2B5EF4-FFF2-40B4-BE49-F238E27FC236}">
                <a16:creationId xmlns:a16="http://schemas.microsoft.com/office/drawing/2014/main" id="{5965F387-5AAC-45D0-ABCE-B1CF4BC7E0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F6FE-0006-4F40-A7FB-E0FDBADF7548}"/>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776178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8AADE-587E-4574-B21B-7ABDE5A236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2F9DA5-4DFB-4211-A58A-FFD842C27A65}"/>
              </a:ext>
            </a:extLst>
          </p:cNvPr>
          <p:cNvSpPr>
            <a:spLocks noGrp="1"/>
          </p:cNvSpPr>
          <p:nvPr>
            <p:ph sz="half" idx="1"/>
          </p:nvPr>
        </p:nvSpPr>
        <p:spPr>
          <a:xfrm>
            <a:off x="1143000" y="2339501"/>
            <a:ext cx="4798979" cy="35505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A99F26-66AF-4614-91CE-C93A24BAC23A}"/>
              </a:ext>
            </a:extLst>
          </p:cNvPr>
          <p:cNvSpPr>
            <a:spLocks noGrp="1"/>
          </p:cNvSpPr>
          <p:nvPr>
            <p:ph sz="half" idx="2"/>
          </p:nvPr>
        </p:nvSpPr>
        <p:spPr>
          <a:xfrm>
            <a:off x="6250020" y="2339501"/>
            <a:ext cx="4798980" cy="355059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7F8F678E-59B5-4DF9-ABCB-506B9CB701CC}"/>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6" name="Footer Placeholder 5">
            <a:extLst>
              <a:ext uri="{FF2B5EF4-FFF2-40B4-BE49-F238E27FC236}">
                <a16:creationId xmlns:a16="http://schemas.microsoft.com/office/drawing/2014/main" id="{18B50A53-317B-444A-9BA2-F69CDBF5DA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B269A1-B0FB-4C8F-B6AA-0718C92D3D2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1268132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2BBBF-42B2-4A5D-B145-46983A530170}"/>
              </a:ext>
            </a:extLst>
          </p:cNvPr>
          <p:cNvSpPr>
            <a:spLocks noGrp="1"/>
          </p:cNvSpPr>
          <p:nvPr>
            <p:ph type="title"/>
          </p:nvPr>
        </p:nvSpPr>
        <p:spPr>
          <a:xfrm>
            <a:off x="1143000" y="1133272"/>
            <a:ext cx="9905999" cy="84630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804BE44-5271-4B5D-B649-35E3AF20B48F}"/>
              </a:ext>
            </a:extLst>
          </p:cNvPr>
          <p:cNvSpPr>
            <a:spLocks noGrp="1"/>
          </p:cNvSpPr>
          <p:nvPr>
            <p:ph type="body" idx="1"/>
          </p:nvPr>
        </p:nvSpPr>
        <p:spPr>
          <a:xfrm>
            <a:off x="1142999" y="2067127"/>
            <a:ext cx="4798980"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4D7891E-0C0A-4688-97DD-C0715E322194}"/>
              </a:ext>
            </a:extLst>
          </p:cNvPr>
          <p:cNvSpPr>
            <a:spLocks noGrp="1"/>
          </p:cNvSpPr>
          <p:nvPr>
            <p:ph sz="half" idx="2"/>
          </p:nvPr>
        </p:nvSpPr>
        <p:spPr>
          <a:xfrm>
            <a:off x="1143001" y="2864795"/>
            <a:ext cx="4798978"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5EAF30-3412-49B0-93D1-596CC2695B26}"/>
              </a:ext>
            </a:extLst>
          </p:cNvPr>
          <p:cNvSpPr>
            <a:spLocks noGrp="1"/>
          </p:cNvSpPr>
          <p:nvPr>
            <p:ph type="body" sz="quarter" idx="3"/>
          </p:nvPr>
        </p:nvSpPr>
        <p:spPr>
          <a:xfrm>
            <a:off x="6250018" y="2067127"/>
            <a:ext cx="4798981" cy="710119"/>
          </a:xfrm>
        </p:spPr>
        <p:txBody>
          <a:bodyPr anchor="b">
            <a:normAutofit/>
          </a:bodyPr>
          <a:lstStyle>
            <a:lvl1pPr marL="0" indent="0">
              <a:buNone/>
              <a:defRPr sz="20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707B9B7-F41C-4314-9F0C-BB84547FB8CA}"/>
              </a:ext>
            </a:extLst>
          </p:cNvPr>
          <p:cNvSpPr>
            <a:spLocks noGrp="1"/>
          </p:cNvSpPr>
          <p:nvPr>
            <p:ph sz="quarter" idx="4"/>
          </p:nvPr>
        </p:nvSpPr>
        <p:spPr>
          <a:xfrm>
            <a:off x="6250019" y="2864795"/>
            <a:ext cx="4798982" cy="30253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421587F-6AFC-4906-86EB-6B0A86EEF300}"/>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8" name="Footer Placeholder 7">
            <a:extLst>
              <a:ext uri="{FF2B5EF4-FFF2-40B4-BE49-F238E27FC236}">
                <a16:creationId xmlns:a16="http://schemas.microsoft.com/office/drawing/2014/main" id="{354BE2C5-583B-49BC-9864-B01EEF79874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39B236-45F5-4CC6-8D53-A6903A1CC8B3}"/>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646667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6B206-0678-4577-B79F-760526A5FD76}"/>
              </a:ext>
            </a:extLst>
          </p:cNvPr>
          <p:cNvSpPr>
            <a:spLocks noGrp="1"/>
          </p:cNvSpPr>
          <p:nvPr>
            <p:ph type="title"/>
          </p:nvPr>
        </p:nvSpPr>
        <p:spPr>
          <a:xfrm>
            <a:off x="2019300" y="1322615"/>
            <a:ext cx="8175171" cy="4212771"/>
          </a:xfrm>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E6D5FCB8-AFD3-4801-BBD6-9548F4CF7C86}"/>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4" name="Footer Placeholder 3">
            <a:extLst>
              <a:ext uri="{FF2B5EF4-FFF2-40B4-BE49-F238E27FC236}">
                <a16:creationId xmlns:a16="http://schemas.microsoft.com/office/drawing/2014/main" id="{0F6DACF8-CBC0-416B-B28E-EE18C42383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0C7421-FF49-4CE9-87D0-2B4FFE0E3DC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479081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19CBFE-15AA-4447-9F9C-D8B0BEB242DA}"/>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3" name="Footer Placeholder 2">
            <a:extLst>
              <a:ext uri="{FF2B5EF4-FFF2-40B4-BE49-F238E27FC236}">
                <a16:creationId xmlns:a16="http://schemas.microsoft.com/office/drawing/2014/main" id="{C6B48227-EC1E-4063-9682-891A2DB1A8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2C6A63-C3F4-4563-A542-9A41AC946C32}"/>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943294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900C1-FE18-461C-801C-8626C7759861}"/>
              </a:ext>
            </a:extLst>
          </p:cNvPr>
          <p:cNvSpPr>
            <a:spLocks noGrp="1"/>
          </p:cNvSpPr>
          <p:nvPr>
            <p:ph type="title"/>
          </p:nvPr>
        </p:nvSpPr>
        <p:spPr>
          <a:xfrm>
            <a:off x="1143000" y="1600200"/>
            <a:ext cx="3932237" cy="1964986"/>
          </a:xfrm>
        </p:spPr>
        <p:txBody>
          <a:bodyPr anchor="b">
            <a:normAutofit/>
          </a:bodyPr>
          <a:lstStyle>
            <a:lvl1pPr>
              <a:lnSpc>
                <a:spcPct val="110000"/>
              </a:lnSpc>
              <a:defRPr sz="2400" cap="all" spc="300" baseline="0"/>
            </a:lvl1pPr>
          </a:lstStyle>
          <a:p>
            <a:r>
              <a:rPr lang="en-US" dirty="0"/>
              <a:t>Click to edit Master title style</a:t>
            </a:r>
          </a:p>
        </p:txBody>
      </p:sp>
      <p:sp>
        <p:nvSpPr>
          <p:cNvPr id="3" name="Content Placeholder 2">
            <a:extLst>
              <a:ext uri="{FF2B5EF4-FFF2-40B4-BE49-F238E27FC236}">
                <a16:creationId xmlns:a16="http://schemas.microsoft.com/office/drawing/2014/main" id="{AB14CFF3-3406-49E3-9D5A-1BE90FFA508E}"/>
              </a:ext>
            </a:extLst>
          </p:cNvPr>
          <p:cNvSpPr>
            <a:spLocks noGrp="1"/>
          </p:cNvSpPr>
          <p:nvPr>
            <p:ph idx="1"/>
          </p:nvPr>
        </p:nvSpPr>
        <p:spPr>
          <a:xfrm>
            <a:off x="5627451" y="987425"/>
            <a:ext cx="542154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033D14FF-9082-4BBA-BC7A-F4C5B78599C5}"/>
              </a:ext>
            </a:extLst>
          </p:cNvPr>
          <p:cNvSpPr>
            <a:spLocks noGrp="1"/>
          </p:cNvSpPr>
          <p:nvPr>
            <p:ph type="body" sz="half" idx="2"/>
          </p:nvPr>
        </p:nvSpPr>
        <p:spPr>
          <a:xfrm>
            <a:off x="1143000" y="3662464"/>
            <a:ext cx="3932237" cy="2206523"/>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5A2726-EB8E-4DF7-9A1B-F03BD8C7179E}"/>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6" name="Footer Placeholder 5">
            <a:extLst>
              <a:ext uri="{FF2B5EF4-FFF2-40B4-BE49-F238E27FC236}">
                <a16:creationId xmlns:a16="http://schemas.microsoft.com/office/drawing/2014/main" id="{8D9929BE-611C-4FE6-B0A5-E0FF9DF969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B90B32-1D0E-4BCD-8850-59EA235F7EB4}"/>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828346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CA1460E-1069-4FCA-B04E-28F77C861046}"/>
              </a:ext>
            </a:extLst>
          </p:cNvPr>
          <p:cNvSpPr>
            <a:spLocks noGrp="1"/>
          </p:cNvSpPr>
          <p:nvPr>
            <p:ph type="pic" idx="1"/>
          </p:nvPr>
        </p:nvSpPr>
        <p:spPr>
          <a:xfrm>
            <a:off x="5513614" y="987425"/>
            <a:ext cx="55353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6138C1E-867B-4FE9-8783-9B1246AEB797}"/>
              </a:ext>
            </a:extLst>
          </p:cNvPr>
          <p:cNvSpPr>
            <a:spLocks noGrp="1"/>
          </p:cNvSpPr>
          <p:nvPr>
            <p:ph type="body" sz="half" idx="2"/>
          </p:nvPr>
        </p:nvSpPr>
        <p:spPr>
          <a:xfrm>
            <a:off x="1143000" y="3657601"/>
            <a:ext cx="3932236" cy="2211388"/>
          </a:xfrm>
        </p:spPr>
        <p:txBody>
          <a:bodyPr/>
          <a:lstStyle>
            <a:lvl1pPr marL="0" indent="0">
              <a:buNone/>
              <a:defRPr sz="16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0721568-4870-46F2-9F7E-F410702012D9}"/>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6" name="Footer Placeholder 5">
            <a:extLst>
              <a:ext uri="{FF2B5EF4-FFF2-40B4-BE49-F238E27FC236}">
                <a16:creationId xmlns:a16="http://schemas.microsoft.com/office/drawing/2014/main" id="{0BB3CC65-0E73-45A1-9D4F-3F4559B3B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8C58CD-9BC3-431E-A7B4-D596A7F06C5E}"/>
              </a:ext>
            </a:extLst>
          </p:cNvPr>
          <p:cNvSpPr>
            <a:spLocks noGrp="1"/>
          </p:cNvSpPr>
          <p:nvPr>
            <p:ph type="sldNum" sz="quarter" idx="12"/>
          </p:nvPr>
        </p:nvSpPr>
        <p:spPr/>
        <p:txBody>
          <a:bodyPr/>
          <a:lstStyle/>
          <a:p>
            <a:fld id="{C0722274-0FAA-4649-AA4E-4210F4F32167}" type="slidenum">
              <a:rPr lang="en-US" smtClean="0"/>
              <a:t>‹#›</a:t>
            </a:fld>
            <a:endParaRPr lang="en-US"/>
          </a:p>
        </p:txBody>
      </p:sp>
      <p:sp>
        <p:nvSpPr>
          <p:cNvPr id="2" name="Title 1">
            <a:extLst>
              <a:ext uri="{FF2B5EF4-FFF2-40B4-BE49-F238E27FC236}">
                <a16:creationId xmlns:a16="http://schemas.microsoft.com/office/drawing/2014/main" id="{2368F756-D171-474C-8B1A-C818032F6F78}"/>
              </a:ext>
            </a:extLst>
          </p:cNvPr>
          <p:cNvSpPr>
            <a:spLocks noGrp="1"/>
          </p:cNvSpPr>
          <p:nvPr>
            <p:ph type="title"/>
          </p:nvPr>
        </p:nvSpPr>
        <p:spPr>
          <a:xfrm>
            <a:off x="1143000" y="1600201"/>
            <a:ext cx="3932236" cy="1959428"/>
          </a:xfrm>
        </p:spPr>
        <p:txBody>
          <a:bodyPr anchor="b">
            <a:normAutofit/>
          </a:bodyPr>
          <a:lstStyle>
            <a:lvl1pPr>
              <a:lnSpc>
                <a:spcPct val="110000"/>
              </a:lnSpc>
              <a:defRPr sz="2400" cap="all" spc="300" baseline="0"/>
            </a:lvl1pPr>
          </a:lstStyle>
          <a:p>
            <a:r>
              <a:rPr lang="en-US" dirty="0"/>
              <a:t>Click to edit Master title style</a:t>
            </a:r>
          </a:p>
        </p:txBody>
      </p:sp>
    </p:spTree>
    <p:extLst>
      <p:ext uri="{BB962C8B-B14F-4D97-AF65-F5344CB8AC3E}">
        <p14:creationId xmlns:p14="http://schemas.microsoft.com/office/powerpoint/2010/main" val="2190475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3BF2-BCE9-47D7-B1C0-1F0E4936B6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2722E9-C3E4-48AF-996A-495AE659FA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C9E516-382B-4845-93BF-20C16EE0DB05}"/>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5" name="Footer Placeholder 4">
            <a:extLst>
              <a:ext uri="{FF2B5EF4-FFF2-40B4-BE49-F238E27FC236}">
                <a16:creationId xmlns:a16="http://schemas.microsoft.com/office/drawing/2014/main" id="{EAB96E16-F168-442A-843C-5D490D54B0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61BEA-A969-437A-BD8B-CB1B709AD430}"/>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2027328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28449-3E11-45FF-BF3A-651867603E75}"/>
              </a:ext>
            </a:extLst>
          </p:cNvPr>
          <p:cNvSpPr>
            <a:spLocks noGrp="1"/>
          </p:cNvSpPr>
          <p:nvPr>
            <p:ph type="title" orient="vert"/>
          </p:nvPr>
        </p:nvSpPr>
        <p:spPr>
          <a:xfrm>
            <a:off x="8572500" y="870625"/>
            <a:ext cx="2476499" cy="5029201"/>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AFC0EAB0-2DFA-4CBA-86B1-1826EF523D4D}"/>
              </a:ext>
            </a:extLst>
          </p:cNvPr>
          <p:cNvSpPr>
            <a:spLocks noGrp="1"/>
          </p:cNvSpPr>
          <p:nvPr>
            <p:ph type="body" orient="vert" idx="1"/>
          </p:nvPr>
        </p:nvSpPr>
        <p:spPr>
          <a:xfrm>
            <a:off x="1143000" y="870625"/>
            <a:ext cx="7324928" cy="50292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FA22F89-E1F5-45D7-945A-8A2886C4BA59}"/>
              </a:ext>
            </a:extLst>
          </p:cNvPr>
          <p:cNvSpPr>
            <a:spLocks noGrp="1"/>
          </p:cNvSpPr>
          <p:nvPr>
            <p:ph type="dt" sz="half" idx="10"/>
          </p:nvPr>
        </p:nvSpPr>
        <p:spPr/>
        <p:txBody>
          <a:bodyPr/>
          <a:lstStyle/>
          <a:p>
            <a:fld id="{3CADBD16-5BFB-4D9F-9646-C75D1B53BBB6}" type="datetimeFigureOut">
              <a:rPr lang="en-US" smtClean="0"/>
              <a:t>10/14/2021</a:t>
            </a:fld>
            <a:endParaRPr lang="en-US"/>
          </a:p>
        </p:txBody>
      </p:sp>
      <p:sp>
        <p:nvSpPr>
          <p:cNvPr id="5" name="Footer Placeholder 4">
            <a:extLst>
              <a:ext uri="{FF2B5EF4-FFF2-40B4-BE49-F238E27FC236}">
                <a16:creationId xmlns:a16="http://schemas.microsoft.com/office/drawing/2014/main" id="{637E7E82-5FB8-4289-AD0C-0BA788E14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A4046-1A2C-41F5-A177-1C3919C20569}"/>
              </a:ext>
            </a:extLst>
          </p:cNvPr>
          <p:cNvSpPr>
            <a:spLocks noGrp="1"/>
          </p:cNvSpPr>
          <p:nvPr>
            <p:ph type="sldNum" sz="quarter" idx="12"/>
          </p:nvPr>
        </p:nvSpPr>
        <p:spPr/>
        <p:txBody>
          <a:bodyPr/>
          <a:lstStyle/>
          <a:p>
            <a:fld id="{C0722274-0FAA-4649-AA4E-4210F4F32167}" type="slidenum">
              <a:rPr lang="en-US" smtClean="0"/>
              <a:t>‹#›</a:t>
            </a:fld>
            <a:endParaRPr lang="en-US"/>
          </a:p>
        </p:txBody>
      </p:sp>
    </p:spTree>
    <p:extLst>
      <p:ext uri="{BB962C8B-B14F-4D97-AF65-F5344CB8AC3E}">
        <p14:creationId xmlns:p14="http://schemas.microsoft.com/office/powerpoint/2010/main" val="3454318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Thursday, October 14, 2021</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24991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Thursday, October 14, 2021</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387127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Thursday, October 14, 2021</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75554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Thursday, October 14, 2021</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0631274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Thursday, October 14, 2021</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09231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Thursday, October 14, 2021</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339171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Thursday, October 14, 2021</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46774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Thursday, October 14, 2021</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4213144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Thursday, October 14, 2021</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053128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Thursday, October 14, 2021</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27623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Thursday, October 14, 2021</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516848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1C2F78B-DEE8-4195-A196-DFC51BDADFF9}"/>
              </a:ext>
            </a:extLst>
          </p:cNvPr>
          <p:cNvSpPr/>
          <p:nvPr/>
        </p:nvSpPr>
        <p:spPr>
          <a:xfrm>
            <a:off x="9749268" y="4070878"/>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A1D79D08-4BE8-4799-BE09-5078DFEE2256}"/>
              </a:ext>
            </a:extLst>
          </p:cNvPr>
          <p:cNvSpPr/>
          <p:nvPr/>
        </p:nvSpPr>
        <p:spPr>
          <a:xfrm rot="10800000">
            <a:off x="0" y="0"/>
            <a:ext cx="2442733" cy="2787123"/>
          </a:xfrm>
          <a:custGeom>
            <a:avLst/>
            <a:gdLst>
              <a:gd name="connsiteX0" fmla="*/ 2442733 w 2442733"/>
              <a:gd name="connsiteY0" fmla="*/ 0 h 2787123"/>
              <a:gd name="connsiteX1" fmla="*/ 2442733 w 2442733"/>
              <a:gd name="connsiteY1" fmla="*/ 2787123 h 2787123"/>
              <a:gd name="connsiteX2" fmla="*/ 0 w 2442733"/>
              <a:gd name="connsiteY2" fmla="*/ 2787123 h 2787123"/>
            </a:gdLst>
            <a:ahLst/>
            <a:cxnLst>
              <a:cxn ang="0">
                <a:pos x="connsiteX0" y="connsiteY0"/>
              </a:cxn>
              <a:cxn ang="0">
                <a:pos x="connsiteX1" y="connsiteY1"/>
              </a:cxn>
              <a:cxn ang="0">
                <a:pos x="connsiteX2" y="connsiteY2"/>
              </a:cxn>
            </a:cxnLst>
            <a:rect l="l" t="t" r="r" b="b"/>
            <a:pathLst>
              <a:path w="2442733" h="2787123">
                <a:moveTo>
                  <a:pt x="2442733" y="0"/>
                </a:moveTo>
                <a:lnTo>
                  <a:pt x="2442733" y="2787123"/>
                </a:lnTo>
                <a:lnTo>
                  <a:pt x="0" y="2787123"/>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C95D65A1-16CB-407F-993F-2A6D59BCC0C8}"/>
              </a:ext>
            </a:extLst>
          </p:cNvPr>
          <p:cNvCxnSpPr>
            <a:cxnSpLocks/>
          </p:cNvCxnSpPr>
          <p:nvPr/>
        </p:nvCxnSpPr>
        <p:spPr>
          <a:xfrm>
            <a:off x="1233837" y="6172200"/>
            <a:ext cx="976063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0BA018A2-815D-41B0-A189-FDF7A5E88891}"/>
              </a:ext>
            </a:extLst>
          </p:cNvPr>
          <p:cNvSpPr>
            <a:spLocks noGrp="1"/>
          </p:cNvSpPr>
          <p:nvPr>
            <p:ph type="title"/>
          </p:nvPr>
        </p:nvSpPr>
        <p:spPr>
          <a:xfrm>
            <a:off x="1143000" y="872935"/>
            <a:ext cx="9905999" cy="13608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6DFAE63-1276-4C7C-BFF5-F5DF1CDB23E5}"/>
              </a:ext>
            </a:extLst>
          </p:cNvPr>
          <p:cNvSpPr>
            <a:spLocks noGrp="1"/>
          </p:cNvSpPr>
          <p:nvPr>
            <p:ph type="body" idx="1"/>
          </p:nvPr>
        </p:nvSpPr>
        <p:spPr>
          <a:xfrm>
            <a:off x="1143000" y="2332026"/>
            <a:ext cx="9905999" cy="356711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5380268-2D73-487C-843B-51648AE18194}"/>
              </a:ext>
            </a:extLst>
          </p:cNvPr>
          <p:cNvSpPr>
            <a:spLocks noGrp="1"/>
          </p:cNvSpPr>
          <p:nvPr>
            <p:ph type="dt" sz="half" idx="2"/>
          </p:nvPr>
        </p:nvSpPr>
        <p:spPr>
          <a:xfrm>
            <a:off x="7388157" y="6356350"/>
            <a:ext cx="3093395" cy="365125"/>
          </a:xfrm>
          <a:prstGeom prst="rect">
            <a:avLst/>
          </a:prstGeom>
        </p:spPr>
        <p:txBody>
          <a:bodyPr vert="horz" lIns="91440" tIns="45720" rIns="91440" bIns="45720" rtlCol="0" anchor="ctr"/>
          <a:lstStyle>
            <a:lvl1pPr algn="r">
              <a:defRPr sz="1050">
                <a:solidFill>
                  <a:schemeClr val="tx1"/>
                </a:solidFill>
              </a:defRPr>
            </a:lvl1pPr>
          </a:lstStyle>
          <a:p>
            <a:fld id="{3CADBD16-5BFB-4D9F-9646-C75D1B53BBB6}" type="datetimeFigureOut">
              <a:rPr lang="en-US" smtClean="0"/>
              <a:pPr/>
              <a:t>10/14/2021</a:t>
            </a:fld>
            <a:endParaRPr lang="en-US" dirty="0"/>
          </a:p>
        </p:txBody>
      </p:sp>
      <p:sp>
        <p:nvSpPr>
          <p:cNvPr id="5" name="Footer Placeholder 4">
            <a:extLst>
              <a:ext uri="{FF2B5EF4-FFF2-40B4-BE49-F238E27FC236}">
                <a16:creationId xmlns:a16="http://schemas.microsoft.com/office/drawing/2014/main" id="{99F61E6D-D51F-4BD7-B59D-19AF179177B8}"/>
              </a:ext>
            </a:extLst>
          </p:cNvPr>
          <p:cNvSpPr>
            <a:spLocks noGrp="1"/>
          </p:cNvSpPr>
          <p:nvPr>
            <p:ph type="ftr" sz="quarter" idx="3"/>
          </p:nvPr>
        </p:nvSpPr>
        <p:spPr>
          <a:xfrm>
            <a:off x="1143000" y="6356350"/>
            <a:ext cx="3959157" cy="365125"/>
          </a:xfrm>
          <a:prstGeom prst="rect">
            <a:avLst/>
          </a:prstGeom>
        </p:spPr>
        <p:txBody>
          <a:bodyPr vert="horz" lIns="91440" tIns="45720" rIns="91440" bIns="45720" rtlCol="0" anchor="ctr"/>
          <a:lstStyle>
            <a:lvl1pPr algn="l">
              <a:defRPr sz="105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27701B1-1C93-41C2-AEE1-815DEA51B962}"/>
              </a:ext>
            </a:extLst>
          </p:cNvPr>
          <p:cNvSpPr>
            <a:spLocks noGrp="1"/>
          </p:cNvSpPr>
          <p:nvPr>
            <p:ph type="sldNum" sz="quarter" idx="4"/>
          </p:nvPr>
        </p:nvSpPr>
        <p:spPr>
          <a:xfrm>
            <a:off x="10423186" y="6356350"/>
            <a:ext cx="625813" cy="365125"/>
          </a:xfrm>
          <a:prstGeom prst="rect">
            <a:avLst/>
          </a:prstGeom>
        </p:spPr>
        <p:txBody>
          <a:bodyPr vert="horz" lIns="91440" tIns="45720" rIns="91440" bIns="45720" rtlCol="0" anchor="ctr"/>
          <a:lstStyle>
            <a:lvl1pPr algn="r">
              <a:defRPr sz="1050">
                <a:solidFill>
                  <a:schemeClr val="tx1"/>
                </a:solidFill>
              </a:defRPr>
            </a:lvl1pPr>
          </a:lstStyle>
          <a:p>
            <a:fld id="{C0722274-0FAA-4649-AA4E-4210F4F32167}" type="slidenum">
              <a:rPr lang="en-US" smtClean="0"/>
              <a:pPr/>
              <a:t>‹#›</a:t>
            </a:fld>
            <a:endParaRPr lang="en-US" dirty="0"/>
          </a:p>
        </p:txBody>
      </p:sp>
    </p:spTree>
    <p:extLst>
      <p:ext uri="{BB962C8B-B14F-4D97-AF65-F5344CB8AC3E}">
        <p14:creationId xmlns:p14="http://schemas.microsoft.com/office/powerpoint/2010/main" val="106462207"/>
      </p:ext>
    </p:extLst>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17" r:id="rId6"/>
    <p:sldLayoutId id="2147483713" r:id="rId7"/>
    <p:sldLayoutId id="2147483714" r:id="rId8"/>
    <p:sldLayoutId id="2147483715" r:id="rId9"/>
    <p:sldLayoutId id="2147483716" r:id="rId10"/>
    <p:sldLayoutId id="2147483718" r:id="rId11"/>
  </p:sldLayoutIdLst>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Tx/>
        <a:buNone/>
        <a:defRPr sz="1800" i="1" kern="1200">
          <a:solidFill>
            <a:schemeClr val="tx1"/>
          </a:solidFill>
          <a:latin typeface="+mn-lt"/>
          <a:ea typeface="+mn-ea"/>
          <a:cs typeface="+mn-cs"/>
        </a:defRPr>
      </a:lvl2pPr>
      <a:lvl3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502920" indent="0" algn="l" defTabSz="914400" rtl="0" eaLnBrk="1" latinLnBrk="0" hangingPunct="1">
        <a:lnSpc>
          <a:spcPct val="120000"/>
        </a:lnSpc>
        <a:spcBef>
          <a:spcPts val="500"/>
        </a:spcBef>
        <a:buFontTx/>
        <a:buNone/>
        <a:defRPr sz="1400" i="1" kern="1200">
          <a:solidFill>
            <a:schemeClr val="tx1"/>
          </a:solidFill>
          <a:latin typeface="+mn-lt"/>
          <a:ea typeface="+mn-ea"/>
          <a:cs typeface="+mn-cs"/>
        </a:defRPr>
      </a:lvl4pPr>
      <a:lvl5pPr marL="73152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900" cap="all" spc="300" baseline="0">
                <a:solidFill>
                  <a:srgbClr val="FFFFFF"/>
                </a:solidFill>
              </a:defRPr>
            </a:lvl1pPr>
          </a:lstStyle>
          <a:p>
            <a:fld id="{AE0C963C-C1DB-4AFD-9DDC-0691666BF49B}" type="datetime2">
              <a:rPr lang="en-US" smtClean="0"/>
              <a:pPr/>
              <a:t>Thursday, October 14, 2021</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9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9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202873372"/>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4" r:id="rId10"/>
    <p:sldLayoutId id="2147483673"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eoplematters.in/article/hrtech-that-matters/how-artificial-intelligence-based-technology-is-enhancing-employee-experience-18784" TargetMode="External"/><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7D505C3-540C-4E1B-AFF5-74A9D9BD3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picture containing electronics, circuit&#10;&#10;Description automatically generated">
            <a:extLst>
              <a:ext uri="{FF2B5EF4-FFF2-40B4-BE49-F238E27FC236}">
                <a16:creationId xmlns:a16="http://schemas.microsoft.com/office/drawing/2014/main" id="{D6ABF05A-D084-45F3-8950-F2C005A6BBBE}"/>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a:stretch/>
        </p:blipFill>
        <p:spPr>
          <a:xfrm>
            <a:off x="20" y="1"/>
            <a:ext cx="12191980" cy="6857999"/>
          </a:xfrm>
          <a:prstGeom prst="rect">
            <a:avLst/>
          </a:prstGeom>
        </p:spPr>
      </p:pic>
      <p:sp>
        <p:nvSpPr>
          <p:cNvPr id="17" name="Freeform: Shape 16">
            <a:extLst>
              <a:ext uri="{FF2B5EF4-FFF2-40B4-BE49-F238E27FC236}">
                <a16:creationId xmlns:a16="http://schemas.microsoft.com/office/drawing/2014/main" id="{C5C14909-AFB2-4E07-A65C-633954901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1127553" y="-1127553"/>
            <a:ext cx="6858000" cy="9113106"/>
          </a:xfrm>
          <a:custGeom>
            <a:avLst/>
            <a:gdLst>
              <a:gd name="connsiteX0" fmla="*/ 0 w 6858000"/>
              <a:gd name="connsiteY0" fmla="*/ 7143270 h 9113106"/>
              <a:gd name="connsiteX1" fmla="*/ 0 w 6858000"/>
              <a:gd name="connsiteY1" fmla="*/ 6878623 h 9113106"/>
              <a:gd name="connsiteX2" fmla="*/ 1 w 6858000"/>
              <a:gd name="connsiteY2" fmla="*/ 6878623 h 9113106"/>
              <a:gd name="connsiteX3" fmla="*/ 0 w 6858000"/>
              <a:gd name="connsiteY3" fmla="*/ 4319945 h 9113106"/>
              <a:gd name="connsiteX4" fmla="*/ 1 w 6858000"/>
              <a:gd name="connsiteY4" fmla="*/ 4319945 h 9113106"/>
              <a:gd name="connsiteX5" fmla="*/ 1 w 6858000"/>
              <a:gd name="connsiteY5" fmla="*/ 13542 h 9113106"/>
              <a:gd name="connsiteX6" fmla="*/ 0 w 6858000"/>
              <a:gd name="connsiteY6" fmla="*/ 13540 h 9113106"/>
              <a:gd name="connsiteX7" fmla="*/ 0 w 6858000"/>
              <a:gd name="connsiteY7" fmla="*/ 0 h 9113106"/>
              <a:gd name="connsiteX8" fmla="*/ 6858000 w 6858000"/>
              <a:gd name="connsiteY8" fmla="*/ 6010591 h 9113106"/>
              <a:gd name="connsiteX9" fmla="*/ 6858000 w 6858000"/>
              <a:gd name="connsiteY9" fmla="*/ 3794798 h 9113106"/>
              <a:gd name="connsiteX10" fmla="*/ 6858000 w 6858000"/>
              <a:gd name="connsiteY10" fmla="*/ 3794798 h 9113106"/>
              <a:gd name="connsiteX11" fmla="*/ 6858000 w 6858000"/>
              <a:gd name="connsiteY11" fmla="*/ 3837120 h 9113106"/>
              <a:gd name="connsiteX12" fmla="*/ 6858000 w 6858000"/>
              <a:gd name="connsiteY12" fmla="*/ 6838049 h 9113106"/>
              <a:gd name="connsiteX13" fmla="*/ 6858000 w 6858000"/>
              <a:gd name="connsiteY13" fmla="*/ 9113106 h 9113106"/>
              <a:gd name="connsiteX14" fmla="*/ 1 w 6858000"/>
              <a:gd name="connsiteY14" fmla="*/ 9113106 h 9113106"/>
              <a:gd name="connsiteX15" fmla="*/ 1 w 6858000"/>
              <a:gd name="connsiteY15" fmla="*/ 7143270 h 9113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8000" h="9113106">
                <a:moveTo>
                  <a:pt x="0" y="7143270"/>
                </a:moveTo>
                <a:lnTo>
                  <a:pt x="0" y="6878623"/>
                </a:lnTo>
                <a:lnTo>
                  <a:pt x="1" y="6878623"/>
                </a:lnTo>
                <a:lnTo>
                  <a:pt x="0" y="4319945"/>
                </a:lnTo>
                <a:lnTo>
                  <a:pt x="1" y="4319945"/>
                </a:lnTo>
                <a:lnTo>
                  <a:pt x="1" y="13542"/>
                </a:lnTo>
                <a:lnTo>
                  <a:pt x="0" y="13540"/>
                </a:lnTo>
                <a:lnTo>
                  <a:pt x="0" y="0"/>
                </a:lnTo>
                <a:lnTo>
                  <a:pt x="6858000" y="6010591"/>
                </a:lnTo>
                <a:lnTo>
                  <a:pt x="6858000" y="3794798"/>
                </a:lnTo>
                <a:lnTo>
                  <a:pt x="6858000" y="3794798"/>
                </a:lnTo>
                <a:lnTo>
                  <a:pt x="6858000" y="3837120"/>
                </a:lnTo>
                <a:lnTo>
                  <a:pt x="6858000" y="6838049"/>
                </a:lnTo>
                <a:lnTo>
                  <a:pt x="6858000" y="9113106"/>
                </a:lnTo>
                <a:lnTo>
                  <a:pt x="1" y="9113106"/>
                </a:lnTo>
                <a:lnTo>
                  <a:pt x="1" y="7143270"/>
                </a:lnTo>
                <a:close/>
              </a:path>
            </a:pathLst>
          </a:custGeom>
          <a:solidFill>
            <a:srgbClr val="00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BC4B016-0848-4634-83F9-FBC4C80CA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18308" y="0"/>
            <a:ext cx="6873692" cy="6858000"/>
          </a:xfrm>
          <a:custGeom>
            <a:avLst/>
            <a:gdLst>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0 w 12192000"/>
              <a:gd name="connsiteY6" fmla="*/ 0 h 6858000"/>
              <a:gd name="connsiteX7" fmla="*/ 6700 w 12192000"/>
              <a:gd name="connsiteY7" fmla="*/ 0 h 6858000"/>
              <a:gd name="connsiteX8" fmla="*/ 6700 w 12192000"/>
              <a:gd name="connsiteY8" fmla="*/ 6858000 h 6858000"/>
              <a:gd name="connsiteX9" fmla="*/ 0 w 12192000"/>
              <a:gd name="connsiteY9" fmla="*/ 6858000 h 6858000"/>
              <a:gd name="connsiteX0" fmla="*/ 11328900 w 12192000"/>
              <a:gd name="connsiteY0" fmla="*/ 0 h 6858000"/>
              <a:gd name="connsiteX1" fmla="*/ 12192000 w 12192000"/>
              <a:gd name="connsiteY1" fmla="*/ 0 h 6858000"/>
              <a:gd name="connsiteX2" fmla="*/ 12192000 w 12192000"/>
              <a:gd name="connsiteY2" fmla="*/ 6858000 h 6858000"/>
              <a:gd name="connsiteX3" fmla="*/ 5318308 w 12192000"/>
              <a:gd name="connsiteY3" fmla="*/ 6858000 h 6858000"/>
              <a:gd name="connsiteX4" fmla="*/ 11328897 w 12192000"/>
              <a:gd name="connsiteY4" fmla="*/ 4 h 6858000"/>
              <a:gd name="connsiteX5" fmla="*/ 11328898 w 12192000"/>
              <a:gd name="connsiteY5" fmla="*/ 2 h 6858000"/>
              <a:gd name="connsiteX6" fmla="*/ 11328900 w 12192000"/>
              <a:gd name="connsiteY6" fmla="*/ 0 h 6858000"/>
              <a:gd name="connsiteX7" fmla="*/ 0 w 12192000"/>
              <a:gd name="connsiteY7" fmla="*/ 6858000 h 6858000"/>
              <a:gd name="connsiteX8" fmla="*/ 6700 w 12192000"/>
              <a:gd name="connsiteY8" fmla="*/ 0 h 6858000"/>
              <a:gd name="connsiteX9" fmla="*/ 6700 w 12192000"/>
              <a:gd name="connsiteY9" fmla="*/ 6858000 h 6858000"/>
              <a:gd name="connsiteX10" fmla="*/ 0 w 12192000"/>
              <a:gd name="connsiteY10" fmla="*/ 6858000 h 6858000"/>
              <a:gd name="connsiteX0" fmla="*/ 11322200 w 12185300"/>
              <a:gd name="connsiteY0" fmla="*/ 0 h 6858000"/>
              <a:gd name="connsiteX1" fmla="*/ 12185300 w 12185300"/>
              <a:gd name="connsiteY1" fmla="*/ 0 h 6858000"/>
              <a:gd name="connsiteX2" fmla="*/ 12185300 w 12185300"/>
              <a:gd name="connsiteY2" fmla="*/ 6858000 h 6858000"/>
              <a:gd name="connsiteX3" fmla="*/ 5311608 w 12185300"/>
              <a:gd name="connsiteY3" fmla="*/ 6858000 h 6858000"/>
              <a:gd name="connsiteX4" fmla="*/ 11322197 w 12185300"/>
              <a:gd name="connsiteY4" fmla="*/ 4 h 6858000"/>
              <a:gd name="connsiteX5" fmla="*/ 11322198 w 12185300"/>
              <a:gd name="connsiteY5" fmla="*/ 2 h 6858000"/>
              <a:gd name="connsiteX6" fmla="*/ 11322200 w 12185300"/>
              <a:gd name="connsiteY6" fmla="*/ 0 h 6858000"/>
              <a:gd name="connsiteX7" fmla="*/ 0 w 12185300"/>
              <a:gd name="connsiteY7" fmla="*/ 6858000 h 6858000"/>
              <a:gd name="connsiteX8" fmla="*/ 0 w 12185300"/>
              <a:gd name="connsiteY8" fmla="*/ 0 h 6858000"/>
              <a:gd name="connsiteX9" fmla="*/ 0 w 12185300"/>
              <a:gd name="connsiteY9" fmla="*/ 6858000 h 6858000"/>
              <a:gd name="connsiteX0" fmla="*/ 6010592 w 6873692"/>
              <a:gd name="connsiteY0" fmla="*/ 0 h 6858000"/>
              <a:gd name="connsiteX1" fmla="*/ 6873692 w 6873692"/>
              <a:gd name="connsiteY1" fmla="*/ 0 h 6858000"/>
              <a:gd name="connsiteX2" fmla="*/ 6873692 w 6873692"/>
              <a:gd name="connsiteY2" fmla="*/ 6858000 h 6858000"/>
              <a:gd name="connsiteX3" fmla="*/ 0 w 6873692"/>
              <a:gd name="connsiteY3" fmla="*/ 6858000 h 6858000"/>
              <a:gd name="connsiteX4" fmla="*/ 6010589 w 6873692"/>
              <a:gd name="connsiteY4" fmla="*/ 4 h 6858000"/>
              <a:gd name="connsiteX5" fmla="*/ 6010590 w 6873692"/>
              <a:gd name="connsiteY5" fmla="*/ 2 h 6858000"/>
              <a:gd name="connsiteX6" fmla="*/ 6010592 w 6873692"/>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692" h="6858000">
                <a:moveTo>
                  <a:pt x="6010592" y="0"/>
                </a:moveTo>
                <a:lnTo>
                  <a:pt x="6873692" y="0"/>
                </a:lnTo>
                <a:lnTo>
                  <a:pt x="6873692" y="6858000"/>
                </a:lnTo>
                <a:lnTo>
                  <a:pt x="0" y="6858000"/>
                </a:lnTo>
                <a:lnTo>
                  <a:pt x="6010589" y="4"/>
                </a:lnTo>
                <a:cubicBezTo>
                  <a:pt x="6010589" y="3"/>
                  <a:pt x="6010590" y="3"/>
                  <a:pt x="6010590" y="2"/>
                </a:cubicBezTo>
                <a:lnTo>
                  <a:pt x="6010592" y="0"/>
                </a:lnTo>
                <a:close/>
              </a:path>
            </a:pathLst>
          </a:custGeom>
          <a:solidFill>
            <a:srgbClr val="000000">
              <a:alpha val="6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668547" y="1842460"/>
            <a:ext cx="6462622" cy="3671257"/>
          </a:xfrm>
        </p:spPr>
        <p:txBody>
          <a:bodyPr>
            <a:normAutofit fontScale="90000"/>
          </a:bodyPr>
          <a:lstStyle/>
          <a:p>
            <a:pPr>
              <a:lnSpc>
                <a:spcPct val="90000"/>
              </a:lnSpc>
            </a:pPr>
            <a:r>
              <a:rPr lang="en-US" sz="3700" dirty="0">
                <a:solidFill>
                  <a:srgbClr val="FFFFFF"/>
                </a:solidFill>
                <a:latin typeface="Times New Roman"/>
                <a:cs typeface="Calibri Light"/>
              </a:rPr>
              <a:t>         </a:t>
            </a:r>
            <a:r>
              <a:rPr lang="en-US" sz="4000" dirty="0">
                <a:solidFill>
                  <a:srgbClr val="FFFFFF"/>
                </a:solidFill>
                <a:latin typeface="Times New Roman"/>
                <a:cs typeface="Calibri Light"/>
              </a:rPr>
              <a:t> AUTOMATIC</a:t>
            </a:r>
            <a:br>
              <a:rPr lang="en-US" sz="4000" dirty="0">
                <a:latin typeface="Times New Roman"/>
                <a:cs typeface="Calibri Light"/>
              </a:rPr>
            </a:br>
            <a:r>
              <a:rPr lang="en-US" sz="4000" dirty="0">
                <a:solidFill>
                  <a:srgbClr val="FFFFFF"/>
                </a:solidFill>
                <a:latin typeface="Times New Roman"/>
                <a:cs typeface="Calibri Light"/>
              </a:rPr>
              <a:t>               FAN</a:t>
            </a:r>
            <a:br>
              <a:rPr lang="en-US" sz="4000" dirty="0">
                <a:latin typeface="Times New Roman"/>
                <a:cs typeface="Calibri Light"/>
              </a:rPr>
            </a:br>
            <a:r>
              <a:rPr lang="en-US" sz="4000" dirty="0">
                <a:solidFill>
                  <a:srgbClr val="FFFFFF"/>
                </a:solidFill>
                <a:latin typeface="Times New Roman"/>
                <a:cs typeface="Calibri Light"/>
              </a:rPr>
              <a:t>             SPEED</a:t>
            </a:r>
            <a:br>
              <a:rPr lang="en-US" sz="4000" dirty="0">
                <a:latin typeface="Times New Roman"/>
                <a:cs typeface="Calibri Light"/>
              </a:rPr>
            </a:br>
            <a:r>
              <a:rPr lang="en-US" sz="4000" dirty="0">
                <a:solidFill>
                  <a:srgbClr val="FFFFFF"/>
                </a:solidFill>
                <a:latin typeface="Times New Roman"/>
                <a:cs typeface="Calibri Light"/>
              </a:rPr>
              <a:t>        CONTROLLER</a:t>
            </a:r>
            <a:r>
              <a:rPr lang="en-US" sz="4000" dirty="0">
                <a:latin typeface="Times New Roman"/>
                <a:cs typeface="Calibri Light"/>
              </a:rPr>
              <a:t>   </a:t>
            </a:r>
            <a:br>
              <a:rPr lang="en-US" sz="4000" dirty="0">
                <a:latin typeface="Times New Roman"/>
                <a:cs typeface="Calibri Light"/>
              </a:rPr>
            </a:br>
            <a:r>
              <a:rPr lang="en-US" sz="4000" dirty="0">
                <a:latin typeface="Times New Roman"/>
                <a:cs typeface="Calibri Light"/>
              </a:rPr>
              <a:t>             USING </a:t>
            </a:r>
            <a:br>
              <a:rPr lang="en-US" sz="4000" dirty="0">
                <a:latin typeface="Times New Roman"/>
                <a:cs typeface="Calibri Light"/>
              </a:rPr>
            </a:br>
            <a:r>
              <a:rPr lang="en-US" sz="4000">
                <a:latin typeface="Times New Roman"/>
                <a:cs typeface="Calibri Light"/>
              </a:rPr>
              <a:t>          ARDUNIO</a:t>
            </a:r>
            <a:br>
              <a:rPr lang="en-US" sz="3700" dirty="0">
                <a:latin typeface="Times New Roman"/>
                <a:cs typeface="Calibri Light"/>
              </a:rPr>
            </a:br>
            <a:endParaRPr lang="en-US" sz="3700">
              <a:solidFill>
                <a:srgbClr val="FFFFFF"/>
              </a:solidFill>
              <a:latin typeface="Times New Roman"/>
              <a:cs typeface="Times New Roman"/>
            </a:endParaRPr>
          </a:p>
        </p:txBody>
      </p:sp>
      <p:sp>
        <p:nvSpPr>
          <p:cNvPr id="3" name="Subtitle 2"/>
          <p:cNvSpPr>
            <a:spLocks noGrp="1"/>
          </p:cNvSpPr>
          <p:nvPr>
            <p:ph type="subTitle" idx="1"/>
          </p:nvPr>
        </p:nvSpPr>
        <p:spPr>
          <a:xfrm>
            <a:off x="8485223" y="4714511"/>
            <a:ext cx="3828984" cy="1912762"/>
          </a:xfrm>
        </p:spPr>
        <p:txBody>
          <a:bodyPr anchor="b">
            <a:normAutofit/>
          </a:bodyPr>
          <a:lstStyle/>
          <a:p>
            <a:pPr>
              <a:spcBef>
                <a:spcPts val="0"/>
              </a:spcBef>
            </a:pPr>
            <a:r>
              <a:rPr lang="en-US" sz="2400" b="1" dirty="0">
                <a:solidFill>
                  <a:srgbClr val="FFFFFF"/>
                </a:solidFill>
                <a:latin typeface="Times New Roman"/>
                <a:cs typeface="Times New Roman"/>
              </a:rPr>
              <a:t>Maheshkumar  G</a:t>
            </a:r>
            <a:r>
              <a:rPr lang="en-US" sz="2400" dirty="0">
                <a:solidFill>
                  <a:srgbClr val="FFFFFF"/>
                </a:solidFill>
                <a:latin typeface="Times New Roman"/>
                <a:cs typeface="Times New Roman"/>
              </a:rPr>
              <a:t> </a:t>
            </a:r>
            <a:r>
              <a:rPr lang="en-US" sz="2400" dirty="0">
                <a:latin typeface="Times New Roman"/>
                <a:cs typeface="Times New Roman"/>
              </a:rPr>
              <a:t> </a:t>
            </a:r>
            <a:endParaRPr lang="en-US" sz="2400">
              <a:latin typeface="Times New Roman"/>
              <a:ea typeface="+mn-lt"/>
              <a:cs typeface="Times New Roman"/>
            </a:endParaRPr>
          </a:p>
          <a:p>
            <a:pPr>
              <a:spcBef>
                <a:spcPts val="0"/>
              </a:spcBef>
            </a:pPr>
            <a:r>
              <a:rPr lang="en-US" sz="2400" b="1" dirty="0">
                <a:solidFill>
                  <a:srgbClr val="FFFFFF"/>
                </a:solidFill>
                <a:latin typeface="Times New Roman"/>
                <a:cs typeface="Times New Roman"/>
              </a:rPr>
              <a:t>Janardhanan     J</a:t>
            </a:r>
            <a:r>
              <a:rPr lang="en-US" sz="2400" dirty="0">
                <a:solidFill>
                  <a:srgbClr val="FFFFFF"/>
                </a:solidFill>
                <a:latin typeface="Times New Roman"/>
                <a:cs typeface="Times New Roman"/>
              </a:rPr>
              <a:t> </a:t>
            </a:r>
            <a:r>
              <a:rPr lang="en-US" sz="2400" dirty="0">
                <a:latin typeface="Times New Roman"/>
                <a:cs typeface="Times New Roman"/>
              </a:rPr>
              <a:t> </a:t>
            </a:r>
            <a:endParaRPr lang="en-US" sz="2400">
              <a:latin typeface="Times New Roman"/>
              <a:ea typeface="+mn-lt"/>
              <a:cs typeface="Times New Roman"/>
            </a:endParaRPr>
          </a:p>
          <a:p>
            <a:pPr>
              <a:spcBef>
                <a:spcPts val="0"/>
              </a:spcBef>
            </a:pPr>
            <a:r>
              <a:rPr lang="en-US" sz="2400" b="1" dirty="0">
                <a:solidFill>
                  <a:srgbClr val="FFFFFF"/>
                </a:solidFill>
                <a:latin typeface="Times New Roman"/>
                <a:cs typeface="Times New Roman"/>
              </a:rPr>
              <a:t>Janarthanan      B</a:t>
            </a:r>
            <a:r>
              <a:rPr lang="en-US" sz="2400" dirty="0">
                <a:solidFill>
                  <a:srgbClr val="FFFFFF"/>
                </a:solidFill>
                <a:latin typeface="Times New Roman"/>
                <a:cs typeface="Times New Roman"/>
              </a:rPr>
              <a:t> </a:t>
            </a:r>
            <a:r>
              <a:rPr lang="en-US" sz="2400" dirty="0">
                <a:latin typeface="Times New Roman"/>
                <a:cs typeface="Times New Roman"/>
              </a:rPr>
              <a:t> </a:t>
            </a:r>
            <a:endParaRPr lang="en-US" sz="2400">
              <a:latin typeface="Times New Roman"/>
              <a:ea typeface="+mn-lt"/>
              <a:cs typeface="Times New Roman"/>
            </a:endParaRPr>
          </a:p>
          <a:p>
            <a:pPr>
              <a:spcBef>
                <a:spcPts val="0"/>
              </a:spcBef>
            </a:pPr>
            <a:r>
              <a:rPr lang="en-US" sz="2400" b="1" dirty="0">
                <a:solidFill>
                  <a:srgbClr val="FFFFFF"/>
                </a:solidFill>
                <a:latin typeface="Times New Roman"/>
                <a:cs typeface="Times New Roman"/>
              </a:rPr>
              <a:t>Karthikeyan      S</a:t>
            </a:r>
            <a:endParaRPr lang="en-US" sz="2400" dirty="0">
              <a:latin typeface="Times New Roman"/>
              <a:cs typeface="Times New Roman"/>
            </a:endParaRPr>
          </a:p>
        </p:txBody>
      </p:sp>
      <p:sp>
        <p:nvSpPr>
          <p:cNvPr id="7" name="TextBox 6">
            <a:extLst>
              <a:ext uri="{FF2B5EF4-FFF2-40B4-BE49-F238E27FC236}">
                <a16:creationId xmlns:a16="http://schemas.microsoft.com/office/drawing/2014/main" id="{ABD003D0-80E8-414F-A05A-EAECD6D46A30}"/>
              </a:ext>
            </a:extLst>
          </p:cNvPr>
          <p:cNvSpPr txBox="1"/>
          <p:nvPr/>
        </p:nvSpPr>
        <p:spPr>
          <a:xfrm>
            <a:off x="8232476" y="4451230"/>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u="sng" dirty="0">
                <a:latin typeface="Times New Roman"/>
                <a:cs typeface="Times New Roman"/>
              </a:rPr>
              <a:t>Done by</a:t>
            </a:r>
            <a:endParaRPr lang="en-US" sz="2800" dirty="0">
              <a:latin typeface="Times New Roman"/>
              <a:cs typeface="Times New Roman"/>
            </a:endParaRPr>
          </a:p>
        </p:txBody>
      </p:sp>
      <p:sp>
        <p:nvSpPr>
          <p:cNvPr id="5" name="TextBox 4">
            <a:extLst>
              <a:ext uri="{FF2B5EF4-FFF2-40B4-BE49-F238E27FC236}">
                <a16:creationId xmlns:a16="http://schemas.microsoft.com/office/drawing/2014/main" id="{B7BE15A5-6F34-46F6-8AF6-52B87E524156}"/>
              </a:ext>
            </a:extLst>
          </p:cNvPr>
          <p:cNvSpPr txBox="1"/>
          <p:nvPr/>
        </p:nvSpPr>
        <p:spPr>
          <a:xfrm>
            <a:off x="2136476" y="497457"/>
            <a:ext cx="944304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RMK COLLEGE OF ENGINEERING AND TECHNOLOGY</a:t>
            </a:r>
            <a:endParaRPr lang="en-US" sz="2800" dirty="0"/>
          </a:p>
        </p:txBody>
      </p:sp>
      <p:pic>
        <p:nvPicPr>
          <p:cNvPr id="6" name="Picture 7" descr="Logo&#10;&#10;Description automatically generated">
            <a:extLst>
              <a:ext uri="{FF2B5EF4-FFF2-40B4-BE49-F238E27FC236}">
                <a16:creationId xmlns:a16="http://schemas.microsoft.com/office/drawing/2014/main" id="{533DC5B6-7F90-4C41-82C1-2408E3D7DF0D}"/>
              </a:ext>
            </a:extLst>
          </p:cNvPr>
          <p:cNvPicPr>
            <a:picLocks noChangeAspect="1"/>
          </p:cNvPicPr>
          <p:nvPr/>
        </p:nvPicPr>
        <p:blipFill>
          <a:blip r:embed="rId4"/>
          <a:stretch>
            <a:fillRect/>
          </a:stretch>
        </p:blipFill>
        <p:spPr>
          <a:xfrm>
            <a:off x="481193" y="186457"/>
            <a:ext cx="1136710" cy="1151088"/>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9D8D04-0687-4D85-B3E5-3C109E23221F}"/>
              </a:ext>
            </a:extLst>
          </p:cNvPr>
          <p:cNvSpPr>
            <a:spLocks noGrp="1"/>
          </p:cNvSpPr>
          <p:nvPr>
            <p:ph type="title"/>
          </p:nvPr>
        </p:nvSpPr>
        <p:spPr>
          <a:xfrm>
            <a:off x="424133" y="96560"/>
            <a:ext cx="5920740" cy="1360898"/>
          </a:xfrm>
        </p:spPr>
        <p:txBody>
          <a:bodyPr>
            <a:normAutofit/>
          </a:bodyPr>
          <a:lstStyle/>
          <a:p>
            <a:r>
              <a:rPr lang="en-US" sz="3200" u="sng">
                <a:latin typeface="Times New Roman"/>
                <a:cs typeface="Times New Roman"/>
              </a:rPr>
              <a:t>INTRODUCTION</a:t>
            </a:r>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13" name="Content Placeholder 12">
            <a:extLst>
              <a:ext uri="{FF2B5EF4-FFF2-40B4-BE49-F238E27FC236}">
                <a16:creationId xmlns:a16="http://schemas.microsoft.com/office/drawing/2014/main" id="{7102FF7A-EBBB-40BB-A5B5-C177CC0CA545}"/>
              </a:ext>
            </a:extLst>
          </p:cNvPr>
          <p:cNvSpPr>
            <a:spLocks noGrp="1"/>
          </p:cNvSpPr>
          <p:nvPr>
            <p:ph idx="1"/>
          </p:nvPr>
        </p:nvSpPr>
        <p:spPr>
          <a:xfrm>
            <a:off x="927340" y="1843197"/>
            <a:ext cx="9678561" cy="3955190"/>
          </a:xfrm>
        </p:spPr>
        <p:txBody>
          <a:bodyPr vert="horz" lIns="91440" tIns="45720" rIns="91440" bIns="45720" rtlCol="0" anchor="t">
            <a:normAutofit fontScale="92500" lnSpcReduction="10000"/>
          </a:bodyPr>
          <a:lstStyle/>
          <a:p>
            <a:pPr>
              <a:buFont typeface="Wingdings" panose="020B0604020202020204" pitchFamily="34" charset="0"/>
              <a:buChar char="Ø"/>
            </a:pPr>
            <a:r>
              <a:rPr lang="en-US" sz="2400">
                <a:latin typeface="Times New Roman"/>
                <a:ea typeface="+mn-lt"/>
                <a:cs typeface="Times New Roman"/>
              </a:rPr>
              <a:t>Temperature controlling is required in many places such as server rooms, houses, industries, etc. So this project can be very useful in understanding the basics, how you can control the temperature at your home. You can take this as a DIY project which can be used anywhere. Here the Temperature controlled fan will act to the temperature changes.</a:t>
            </a:r>
          </a:p>
          <a:p>
            <a:pPr>
              <a:buFont typeface="Wingdings" panose="020B0604020202020204" pitchFamily="34" charset="0"/>
              <a:buChar char="Ø"/>
            </a:pPr>
            <a:r>
              <a:rPr lang="en-US" sz="2400">
                <a:ea typeface="+mn-lt"/>
                <a:cs typeface="+mn-lt"/>
              </a:rPr>
              <a:t>We are going to do this with a </a:t>
            </a:r>
            <a:r>
              <a:rPr lang="en-US" sz="2400">
                <a:latin typeface="Times New Roman"/>
                <a:ea typeface="+mn-lt"/>
                <a:cs typeface="+mn-lt"/>
              </a:rPr>
              <a:t>DHT11</a:t>
            </a:r>
            <a:r>
              <a:rPr lang="en-US" sz="2400">
                <a:ea typeface="+mn-lt"/>
                <a:cs typeface="+mn-lt"/>
              </a:rPr>
              <a:t> temperature and humidity sensor. It can be done in various other ways as well. With a thermistor or other sensors like a contactless temperature sensor. But thermistor usually needs contact of the surface and contactless sensors can be costly. While DHT11 is a cost-effective sensor.</a:t>
            </a:r>
            <a:endParaRPr lang="en-US" sz="2400">
              <a:latin typeface="Times New Roman"/>
              <a:cs typeface="Times New Roman"/>
            </a:endParaRPr>
          </a:p>
        </p:txBody>
      </p:sp>
    </p:spTree>
    <p:extLst>
      <p:ext uri="{BB962C8B-B14F-4D97-AF65-F5344CB8AC3E}">
        <p14:creationId xmlns:p14="http://schemas.microsoft.com/office/powerpoint/2010/main" val="1347846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9D8D04-0687-4D85-B3E5-3C109E23221F}"/>
              </a:ext>
            </a:extLst>
          </p:cNvPr>
          <p:cNvSpPr>
            <a:spLocks noGrp="1"/>
          </p:cNvSpPr>
          <p:nvPr>
            <p:ph type="title"/>
          </p:nvPr>
        </p:nvSpPr>
        <p:spPr>
          <a:xfrm>
            <a:off x="424133" y="96560"/>
            <a:ext cx="5920740" cy="1360898"/>
          </a:xfrm>
        </p:spPr>
        <p:txBody>
          <a:bodyPr>
            <a:normAutofit/>
          </a:bodyPr>
          <a:lstStyle/>
          <a:p>
            <a:r>
              <a:rPr lang="en-US" sz="3200" u="sng">
                <a:latin typeface="Times New Roman"/>
                <a:cs typeface="Times New Roman"/>
              </a:rPr>
              <a:t>INTRODUCTION</a:t>
            </a:r>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13" name="Content Placeholder 12">
            <a:extLst>
              <a:ext uri="{FF2B5EF4-FFF2-40B4-BE49-F238E27FC236}">
                <a16:creationId xmlns:a16="http://schemas.microsoft.com/office/drawing/2014/main" id="{7102FF7A-EBBB-40BB-A5B5-C177CC0CA545}"/>
              </a:ext>
            </a:extLst>
          </p:cNvPr>
          <p:cNvSpPr>
            <a:spLocks noGrp="1"/>
          </p:cNvSpPr>
          <p:nvPr>
            <p:ph idx="1"/>
          </p:nvPr>
        </p:nvSpPr>
        <p:spPr>
          <a:xfrm>
            <a:off x="912963" y="1455008"/>
            <a:ext cx="9678561" cy="3955190"/>
          </a:xfrm>
        </p:spPr>
        <p:txBody>
          <a:bodyPr vert="horz" lIns="91440" tIns="45720" rIns="91440" bIns="45720" rtlCol="0" anchor="t">
            <a:normAutofit/>
          </a:bodyPr>
          <a:lstStyle/>
          <a:p>
            <a:pPr>
              <a:buFont typeface="Wingdings" panose="020B0604020202020204" pitchFamily="34" charset="0"/>
              <a:buChar char="Ø"/>
            </a:pPr>
            <a:endParaRPr lang="en-US" sz="2400" dirty="0">
              <a:latin typeface="Times New Roman"/>
              <a:ea typeface="+mn-lt"/>
              <a:cs typeface="+mn-lt"/>
            </a:endParaRPr>
          </a:p>
          <a:p>
            <a:pPr>
              <a:buFont typeface="Wingdings" panose="020B0604020202020204" pitchFamily="34" charset="0"/>
              <a:buChar char="Ø"/>
            </a:pPr>
            <a:r>
              <a:rPr lang="en-US" sz="2200">
                <a:latin typeface="Times New Roman"/>
                <a:ea typeface="+mn-lt"/>
                <a:cs typeface="+mn-lt"/>
              </a:rPr>
              <a:t>In this project, we are going to discuss making a </a:t>
            </a:r>
            <a:r>
              <a:rPr lang="en-US" sz="2200" b="1">
                <a:latin typeface="Times New Roman"/>
                <a:ea typeface="+mn-lt"/>
                <a:cs typeface="+mn-lt"/>
              </a:rPr>
              <a:t>temperature-controlled fan using Arduino. </a:t>
            </a:r>
            <a:endParaRPr lang="en-US" sz="2200">
              <a:latin typeface="Times New Roman"/>
              <a:ea typeface="+mn-lt"/>
              <a:cs typeface="Times New Roman"/>
            </a:endParaRPr>
          </a:p>
          <a:p>
            <a:pPr>
              <a:buFont typeface="Wingdings" panose="020B0604020202020204" pitchFamily="34" charset="0"/>
              <a:buChar char="Ø"/>
            </a:pPr>
            <a:r>
              <a:rPr lang="en-US" sz="2200">
                <a:latin typeface="Times New Roman"/>
                <a:ea typeface="+mn-lt"/>
                <a:cs typeface="+mn-lt"/>
              </a:rPr>
              <a:t>With this circuit, we will be able to change the fan speed in our home or any place according to the room temperature and also display the temperature and fan speed changes on a 16x2 LCD display. </a:t>
            </a:r>
            <a:endParaRPr lang="en-US" sz="2200">
              <a:latin typeface="Times New Roman"/>
              <a:ea typeface="+mn-lt"/>
              <a:cs typeface="Times New Roman"/>
            </a:endParaRPr>
          </a:p>
          <a:p>
            <a:pPr>
              <a:buFont typeface="Wingdings" panose="020B0604020202020204" pitchFamily="34" charset="0"/>
              <a:buChar char="Ø"/>
            </a:pPr>
            <a:r>
              <a:rPr lang="en-US" sz="2200">
                <a:latin typeface="Times New Roman"/>
                <a:ea typeface="+mn-lt"/>
                <a:cs typeface="+mn-lt"/>
              </a:rPr>
              <a:t>To do this we will be using an Arduino UNO Board, LCD, DHT11 sensor Module, and DC fan. Let's get started.</a:t>
            </a:r>
            <a:endParaRPr lang="en-US" sz="2200">
              <a:latin typeface="Times New Roman"/>
              <a:cs typeface="Times New Roman"/>
            </a:endParaRPr>
          </a:p>
        </p:txBody>
      </p:sp>
    </p:spTree>
    <p:extLst>
      <p:ext uri="{BB962C8B-B14F-4D97-AF65-F5344CB8AC3E}">
        <p14:creationId xmlns:p14="http://schemas.microsoft.com/office/powerpoint/2010/main" val="1779906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9D8D04-0687-4D85-B3E5-3C109E23221F}"/>
              </a:ext>
            </a:extLst>
          </p:cNvPr>
          <p:cNvSpPr>
            <a:spLocks noGrp="1"/>
          </p:cNvSpPr>
          <p:nvPr>
            <p:ph type="title"/>
          </p:nvPr>
        </p:nvSpPr>
        <p:spPr>
          <a:xfrm>
            <a:off x="639794" y="283466"/>
            <a:ext cx="5460664" cy="1360898"/>
          </a:xfrm>
        </p:spPr>
        <p:txBody>
          <a:bodyPr>
            <a:normAutofit/>
          </a:bodyPr>
          <a:lstStyle/>
          <a:p>
            <a:r>
              <a:rPr lang="en-US" sz="3200" u="sng">
                <a:latin typeface="Times New Roman"/>
                <a:cs typeface="Times New Roman"/>
              </a:rPr>
              <a:t>COMPONENTS</a:t>
            </a:r>
            <a:r>
              <a:rPr lang="en-US" sz="3200" dirty="0">
                <a:latin typeface="Times New Roman"/>
                <a:cs typeface="Times New Roman"/>
              </a:rPr>
              <a:t> </a:t>
            </a:r>
            <a:r>
              <a:rPr lang="en-US" sz="3200" u="sng">
                <a:latin typeface="Times New Roman"/>
                <a:cs typeface="Times New Roman"/>
              </a:rPr>
              <a:t>REQUIRED</a:t>
            </a:r>
            <a:endParaRPr lang="en-US" sz="3200" u="sng" dirty="0">
              <a:latin typeface="Times New Roman"/>
              <a:cs typeface="Times New Roman"/>
            </a:endParaRPr>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13" name="Content Placeholder 12">
            <a:extLst>
              <a:ext uri="{FF2B5EF4-FFF2-40B4-BE49-F238E27FC236}">
                <a16:creationId xmlns:a16="http://schemas.microsoft.com/office/drawing/2014/main" id="{7102FF7A-EBBB-40BB-A5B5-C177CC0CA545}"/>
              </a:ext>
            </a:extLst>
          </p:cNvPr>
          <p:cNvSpPr>
            <a:spLocks noGrp="1"/>
          </p:cNvSpPr>
          <p:nvPr>
            <p:ph idx="1"/>
          </p:nvPr>
        </p:nvSpPr>
        <p:spPr>
          <a:xfrm>
            <a:off x="1099869" y="1915084"/>
            <a:ext cx="9333506" cy="4530284"/>
          </a:xfrm>
        </p:spPr>
        <p:txBody>
          <a:bodyPr vert="horz" lIns="91440" tIns="45720" rIns="91440" bIns="45720" rtlCol="0" anchor="t">
            <a:normAutofit/>
          </a:bodyPr>
          <a:lstStyle/>
          <a:p>
            <a:pPr marL="342900" indent="-342900">
              <a:buFont typeface="Wingdings" panose="020B0604020202020204" pitchFamily="34" charset="0"/>
              <a:buChar char="v"/>
            </a:pPr>
            <a:r>
              <a:rPr lang="en-US">
                <a:latin typeface="Times New Roman"/>
                <a:cs typeface="Times New Roman"/>
              </a:rPr>
              <a:t>Ardunio UNO</a:t>
            </a:r>
          </a:p>
          <a:p>
            <a:pPr marL="342900" indent="-342900">
              <a:buFont typeface="Wingdings" panose="020B0604020202020204" pitchFamily="34" charset="0"/>
              <a:buChar char="v"/>
            </a:pPr>
            <a:r>
              <a:rPr lang="en-US">
                <a:latin typeface="Times New Roman"/>
                <a:cs typeface="Times New Roman"/>
              </a:rPr>
              <a:t>USB A TO B</a:t>
            </a:r>
          </a:p>
          <a:p>
            <a:pPr marL="342900" indent="-342900">
              <a:buFont typeface="Wingdings" panose="020B0604020202020204" pitchFamily="34" charset="0"/>
              <a:buChar char="v"/>
            </a:pPr>
            <a:r>
              <a:rPr lang="en-US">
                <a:latin typeface="Times New Roman"/>
                <a:cs typeface="Times New Roman"/>
              </a:rPr>
              <a:t>Breadboard</a:t>
            </a:r>
          </a:p>
          <a:p>
            <a:pPr marL="342900" indent="-342900">
              <a:buFont typeface="Wingdings" panose="020B0604020202020204" pitchFamily="34" charset="0"/>
              <a:buChar char="v"/>
            </a:pPr>
            <a:r>
              <a:rPr lang="en-US">
                <a:latin typeface="Times New Roman"/>
                <a:cs typeface="Times New Roman"/>
              </a:rPr>
              <a:t>DHT11 Sensor</a:t>
            </a:r>
          </a:p>
          <a:p>
            <a:pPr marL="342900" indent="-342900">
              <a:buFont typeface="Wingdings" panose="020B0604020202020204" pitchFamily="34" charset="0"/>
              <a:buChar char="v"/>
            </a:pPr>
            <a:r>
              <a:rPr lang="en-US">
                <a:latin typeface="Times New Roman"/>
                <a:cs typeface="Times New Roman"/>
              </a:rPr>
              <a:t>2n2222 Transistor</a:t>
            </a:r>
          </a:p>
          <a:p>
            <a:pPr marL="342900" indent="-342900">
              <a:buFont typeface="Wingdings" panose="020B0604020202020204" pitchFamily="34" charset="0"/>
              <a:buChar char="v"/>
            </a:pPr>
            <a:r>
              <a:rPr lang="en-US">
                <a:latin typeface="Times New Roman"/>
                <a:cs typeface="Times New Roman"/>
              </a:rPr>
              <a:t>16x2 LCD</a:t>
            </a:r>
            <a:endParaRPr lang="en-US" dirty="0">
              <a:latin typeface="Times New Roman"/>
              <a:cs typeface="Times New Roman"/>
            </a:endParaRPr>
          </a:p>
          <a:p>
            <a:pPr marL="342900" indent="-342900">
              <a:buFont typeface="Wingdings" panose="020B0604020202020204" pitchFamily="34" charset="0"/>
              <a:buChar char="v"/>
            </a:pPr>
            <a:r>
              <a:rPr lang="en-US">
                <a:latin typeface="Times New Roman"/>
                <a:cs typeface="Times New Roman"/>
              </a:rPr>
              <a:t>Connecting wires</a:t>
            </a:r>
          </a:p>
          <a:p>
            <a:pPr marL="342900" indent="-342900">
              <a:buFont typeface="Wingdings" panose="020B0604020202020204" pitchFamily="34" charset="0"/>
              <a:buChar char="v"/>
            </a:pPr>
            <a:r>
              <a:rPr lang="en-US">
                <a:ea typeface="+mn-lt"/>
                <a:cs typeface="+mn-lt"/>
              </a:rPr>
              <a:t>Connections of this</a:t>
            </a:r>
            <a:r>
              <a:rPr lang="en-US" b="1" dirty="0">
                <a:ea typeface="+mn-lt"/>
                <a:cs typeface="+mn-lt"/>
              </a:rPr>
              <a:t> </a:t>
            </a:r>
            <a:r>
              <a:rPr lang="en-US">
                <a:ea typeface="+mn-lt"/>
                <a:cs typeface="+mn-lt"/>
              </a:rPr>
              <a:t>are very easy to do, here an LCD is connected for displaying temperature and Fan speed Status.</a:t>
            </a:r>
            <a:endParaRPr lang="en-US" dirty="0">
              <a:latin typeface="Times New Roman"/>
              <a:cs typeface="Times New Roman"/>
            </a:endParaRPr>
          </a:p>
        </p:txBody>
      </p:sp>
      <p:pic>
        <p:nvPicPr>
          <p:cNvPr id="5" name="Picture 5">
            <a:extLst>
              <a:ext uri="{FF2B5EF4-FFF2-40B4-BE49-F238E27FC236}">
                <a16:creationId xmlns:a16="http://schemas.microsoft.com/office/drawing/2014/main" id="{8E507146-4EC6-49C6-BB21-B872A6670E07}"/>
              </a:ext>
            </a:extLst>
          </p:cNvPr>
          <p:cNvPicPr>
            <a:picLocks noChangeAspect="1"/>
          </p:cNvPicPr>
          <p:nvPr/>
        </p:nvPicPr>
        <p:blipFill rotWithShape="1">
          <a:blip r:embed="rId3"/>
          <a:srcRect l="16788" r="11922" b="415"/>
          <a:stretch/>
        </p:blipFill>
        <p:spPr>
          <a:xfrm>
            <a:off x="5357004" y="1910307"/>
            <a:ext cx="6079575" cy="3339360"/>
          </a:xfrm>
          <a:prstGeom prst="rect">
            <a:avLst/>
          </a:prstGeom>
        </p:spPr>
      </p:pic>
    </p:spTree>
    <p:extLst>
      <p:ext uri="{BB962C8B-B14F-4D97-AF65-F5344CB8AC3E}">
        <p14:creationId xmlns:p14="http://schemas.microsoft.com/office/powerpoint/2010/main" val="45353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13" name="Content Placeholder 12">
            <a:extLst>
              <a:ext uri="{FF2B5EF4-FFF2-40B4-BE49-F238E27FC236}">
                <a16:creationId xmlns:a16="http://schemas.microsoft.com/office/drawing/2014/main" id="{7102FF7A-EBBB-40BB-A5B5-C177CC0CA545}"/>
              </a:ext>
            </a:extLst>
          </p:cNvPr>
          <p:cNvSpPr>
            <a:spLocks noGrp="1"/>
          </p:cNvSpPr>
          <p:nvPr>
            <p:ph idx="1"/>
          </p:nvPr>
        </p:nvSpPr>
        <p:spPr>
          <a:xfrm>
            <a:off x="740435" y="1095574"/>
            <a:ext cx="11216938" cy="5766736"/>
          </a:xfrm>
        </p:spPr>
        <p:txBody>
          <a:bodyPr vert="horz" lIns="91440" tIns="45720" rIns="91440" bIns="45720" rtlCol="0" anchor="t">
            <a:noAutofit/>
          </a:bodyPr>
          <a:lstStyle/>
          <a:p>
            <a:pPr marL="0" indent="0">
              <a:buNone/>
            </a:pPr>
            <a:r>
              <a:rPr lang="en-US" sz="2800">
                <a:latin typeface="Times New Roman"/>
                <a:ea typeface="+mn-lt"/>
                <a:cs typeface="+mn-lt"/>
              </a:rPr>
              <a:t>This project works in three parts -</a:t>
            </a:r>
            <a:endParaRPr lang="en-US" sz="2800">
              <a:latin typeface="Times New Roman"/>
              <a:ea typeface="+mn-lt"/>
              <a:cs typeface="Times New Roman"/>
            </a:endParaRPr>
          </a:p>
          <a:p>
            <a:pPr marL="0" indent="0">
              <a:buNone/>
            </a:pPr>
            <a:r>
              <a:rPr lang="en-US" sz="2700" u="sng">
                <a:latin typeface="Times New Roman"/>
                <a:ea typeface="+mn-lt"/>
                <a:cs typeface="+mn-lt"/>
              </a:rPr>
              <a:t>STEP</a:t>
            </a:r>
            <a:r>
              <a:rPr lang="en-US" sz="2700" dirty="0">
                <a:latin typeface="Times New Roman"/>
                <a:ea typeface="+mn-lt"/>
                <a:cs typeface="+mn-lt"/>
              </a:rPr>
              <a:t> </a:t>
            </a:r>
            <a:r>
              <a:rPr lang="en-US" sz="2700" u="sng">
                <a:latin typeface="Times New Roman"/>
                <a:ea typeface="+mn-lt"/>
                <a:cs typeface="+mn-lt"/>
              </a:rPr>
              <a:t>1</a:t>
            </a:r>
            <a:r>
              <a:rPr lang="en-US" sz="2700">
                <a:latin typeface="Times New Roman"/>
                <a:ea typeface="+mn-lt"/>
                <a:cs typeface="+mn-lt"/>
              </a:rPr>
              <a:t>: </a:t>
            </a:r>
            <a:r>
              <a:rPr lang="en-US" sz="2700" b="1">
                <a:ea typeface="+mn-lt"/>
                <a:cs typeface="+mn-lt"/>
              </a:rPr>
              <a:t>Gather all these components</a:t>
            </a:r>
            <a:endParaRPr lang="en-US" sz="2700" dirty="0">
              <a:latin typeface="Times New Roman"/>
              <a:ea typeface="+mn-lt"/>
              <a:cs typeface="+mn-lt"/>
            </a:endParaRPr>
          </a:p>
          <a:p>
            <a:pPr marL="0" indent="0">
              <a:buNone/>
            </a:pPr>
            <a:endParaRPr lang="en-US" sz="2700" b="1" dirty="0">
              <a:latin typeface="Walbaum Display"/>
              <a:ea typeface="+mn-lt"/>
              <a:cs typeface="+mn-lt"/>
            </a:endParaRPr>
          </a:p>
          <a:p>
            <a:pPr>
              <a:buFont typeface="Wingdings" panose="020B0604020202020204" pitchFamily="34" charset="0"/>
              <a:buChar char="v"/>
            </a:pPr>
            <a:r>
              <a:rPr lang="en-US" sz="2200">
                <a:latin typeface="Times New Roman"/>
                <a:ea typeface="+mn-lt"/>
                <a:cs typeface="+mn-lt"/>
              </a:rPr>
              <a:t>In the first step, the sensor senses the temperature by temperature and humidity sensor namely </a:t>
            </a:r>
            <a:r>
              <a:rPr lang="en-US" sz="2200" b="1" i="1">
                <a:latin typeface="Times New Roman"/>
                <a:ea typeface="+mn-lt"/>
                <a:cs typeface="+mn-lt"/>
              </a:rPr>
              <a:t>DHT11</a:t>
            </a:r>
            <a:r>
              <a:rPr lang="en-US" sz="2200" i="1">
                <a:latin typeface="Times New Roman"/>
                <a:ea typeface="+mn-lt"/>
                <a:cs typeface="+mn-lt"/>
              </a:rPr>
              <a:t>.</a:t>
            </a:r>
            <a:endParaRPr lang="en-US" sz="2200">
              <a:latin typeface="Times New Roman"/>
              <a:ea typeface="+mn-lt"/>
              <a:cs typeface="Times New Roman"/>
            </a:endParaRPr>
          </a:p>
          <a:p>
            <a:pPr>
              <a:buFont typeface="Wingdings" panose="020B0604020202020204" pitchFamily="34" charset="0"/>
              <a:buChar char="v"/>
            </a:pPr>
            <a:r>
              <a:rPr lang="en-US" sz="2200">
                <a:latin typeface="Times New Roman"/>
                <a:ea typeface="+mn-lt"/>
                <a:cs typeface="+mn-lt"/>
              </a:rPr>
              <a:t>In the second step, the sensor's output is taken and conversion of temperatur</a:t>
            </a:r>
            <a:r>
              <a:rPr lang="en-US" sz="2200" b="1">
                <a:latin typeface="Times New Roman"/>
                <a:ea typeface="+mn-lt"/>
                <a:cs typeface="+mn-lt"/>
              </a:rPr>
              <a:t>e</a:t>
            </a:r>
            <a:r>
              <a:rPr lang="en-US" sz="2200">
                <a:latin typeface="Times New Roman"/>
                <a:ea typeface="+mn-lt"/>
                <a:cs typeface="+mn-lt"/>
              </a:rPr>
              <a:t> value into a suitable number in Celsius scale is done. The fan speed is controlled by using PWM signals. And last part of the system shows humidity and temperature on LCD and Fan runs.</a:t>
            </a:r>
            <a:endParaRPr lang="en-US" sz="2200">
              <a:latin typeface="Times New Roman"/>
              <a:ea typeface="+mn-lt"/>
              <a:cs typeface="Times New Roman"/>
            </a:endParaRPr>
          </a:p>
          <a:p>
            <a:pPr>
              <a:buFont typeface="Wingdings" panose="020B0604020202020204" pitchFamily="34" charset="0"/>
              <a:buChar char="v"/>
            </a:pPr>
            <a:r>
              <a:rPr lang="en-US" sz="2200">
                <a:latin typeface="Times New Roman"/>
                <a:ea typeface="+mn-lt"/>
                <a:cs typeface="+mn-lt"/>
              </a:rPr>
              <a:t>Then we have programmed our Arduino according to the requirements. Working on this is very simple. We have generated PWM from Arduino and put it at the base terminal of the transistor. Then transistor generates voltage with respect to the PWM input.</a:t>
            </a:r>
            <a:endParaRPr lang="en-US" sz="2200">
              <a:latin typeface="Times New Roman"/>
              <a:cs typeface="Times New Roman"/>
            </a:endParaRPr>
          </a:p>
        </p:txBody>
      </p:sp>
      <p:sp>
        <p:nvSpPr>
          <p:cNvPr id="3" name="TextBox 2">
            <a:extLst>
              <a:ext uri="{FF2B5EF4-FFF2-40B4-BE49-F238E27FC236}">
                <a16:creationId xmlns:a16="http://schemas.microsoft.com/office/drawing/2014/main" id="{862B0183-10A2-4996-B445-DA5CD7608CF8}"/>
              </a:ext>
            </a:extLst>
          </p:cNvPr>
          <p:cNvSpPr txBox="1"/>
          <p:nvPr/>
        </p:nvSpPr>
        <p:spPr>
          <a:xfrm>
            <a:off x="425571" y="483079"/>
            <a:ext cx="44828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u="sng">
                <a:latin typeface="Times New Roman"/>
                <a:cs typeface="Times New Roman"/>
              </a:rPr>
              <a:t>PROCEDURE</a:t>
            </a:r>
            <a:endParaRPr lang="en-US" sz="3200" u="sng" dirty="0">
              <a:latin typeface="Times New Roman"/>
              <a:cs typeface="Times New Roman"/>
            </a:endParaRPr>
          </a:p>
        </p:txBody>
      </p:sp>
    </p:spTree>
    <p:extLst>
      <p:ext uri="{BB962C8B-B14F-4D97-AF65-F5344CB8AC3E}">
        <p14:creationId xmlns:p14="http://schemas.microsoft.com/office/powerpoint/2010/main" val="2861849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a:p>
            <a:pPr algn="ctr"/>
            <a:endParaRPr lang="en-US" dirty="0"/>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13" name="Content Placeholder 12">
            <a:extLst>
              <a:ext uri="{FF2B5EF4-FFF2-40B4-BE49-F238E27FC236}">
                <a16:creationId xmlns:a16="http://schemas.microsoft.com/office/drawing/2014/main" id="{7102FF7A-EBBB-40BB-A5B5-C177CC0CA545}"/>
              </a:ext>
            </a:extLst>
          </p:cNvPr>
          <p:cNvSpPr>
            <a:spLocks noGrp="1"/>
          </p:cNvSpPr>
          <p:nvPr>
            <p:ph idx="1"/>
          </p:nvPr>
        </p:nvSpPr>
        <p:spPr>
          <a:xfrm>
            <a:off x="682925" y="1224971"/>
            <a:ext cx="11216938" cy="5766736"/>
          </a:xfrm>
        </p:spPr>
        <p:txBody>
          <a:bodyPr vert="horz" lIns="91440" tIns="45720" rIns="91440" bIns="45720" rtlCol="0" anchor="t">
            <a:noAutofit/>
          </a:bodyPr>
          <a:lstStyle/>
          <a:p>
            <a:pPr marL="0" indent="0">
              <a:buNone/>
            </a:pPr>
            <a:r>
              <a:rPr lang="en-US" sz="2700" u="sng">
                <a:latin typeface="Times New Roman"/>
                <a:cs typeface="Times New Roman"/>
              </a:rPr>
              <a:t>STEP</a:t>
            </a:r>
            <a:r>
              <a:rPr lang="en-US" sz="2700" dirty="0">
                <a:latin typeface="Times New Roman"/>
                <a:cs typeface="Times New Roman"/>
              </a:rPr>
              <a:t> </a:t>
            </a:r>
            <a:r>
              <a:rPr lang="en-US" sz="2700" u="sng">
                <a:latin typeface="Times New Roman"/>
                <a:cs typeface="Times New Roman"/>
              </a:rPr>
              <a:t>2</a:t>
            </a:r>
            <a:r>
              <a:rPr lang="en-US" sz="2700">
                <a:latin typeface="Times New Roman"/>
                <a:cs typeface="Times New Roman"/>
              </a:rPr>
              <a:t>: </a:t>
            </a:r>
            <a:r>
              <a:rPr lang="en-US" sz="2700" b="1">
                <a:ea typeface="+mn-lt"/>
                <a:cs typeface="+mn-lt"/>
              </a:rPr>
              <a:t>LCD connection with Arduino</a:t>
            </a:r>
            <a:endParaRPr lang="en-US" sz="2700">
              <a:latin typeface="Times New Roman"/>
              <a:cs typeface="Times New Roman"/>
            </a:endParaRPr>
          </a:p>
          <a:p>
            <a:pPr marL="0" indent="0">
              <a:buNone/>
            </a:pPr>
            <a:endParaRPr lang="en-US" sz="2700" b="1" dirty="0">
              <a:latin typeface="Walbaum Display"/>
              <a:ea typeface="+mn-lt"/>
              <a:cs typeface="+mn-lt"/>
            </a:endParaRPr>
          </a:p>
          <a:p>
            <a:pPr>
              <a:buFont typeface="Wingdings" panose="020B0604020202020204" pitchFamily="34" charset="0"/>
              <a:buChar char="v"/>
            </a:pPr>
            <a:r>
              <a:rPr lang="en-US" sz="2200">
                <a:latin typeface="Times New Roman"/>
                <a:ea typeface="+mn-lt"/>
                <a:cs typeface="+mn-lt"/>
              </a:rPr>
              <a:t>LCD is directly connected to Arduino (Check this tutorial for more details: LCD Interfacing with Arduino UNO). Connect pins of LCD- RS, EN, D4, D5, D6, and D7 to Arduino's digital pin numbers 7, 6, 5, 4, 3, and 2.</a:t>
            </a:r>
            <a:endParaRPr lang="en-US" sz="2200">
              <a:latin typeface="Times New Roman"/>
              <a:cs typeface="Times New Roman"/>
            </a:endParaRPr>
          </a:p>
          <a:p>
            <a:pPr>
              <a:buFont typeface="Wingdings" panose="020B0604020202020204" pitchFamily="34" charset="0"/>
              <a:buChar char="v"/>
            </a:pPr>
            <a:endParaRPr lang="en-US" sz="2200" dirty="0">
              <a:latin typeface="Times New Roman"/>
              <a:cs typeface="Times New Roman"/>
            </a:endParaRPr>
          </a:p>
          <a:p>
            <a:pPr marL="0" indent="0">
              <a:buNone/>
            </a:pPr>
            <a:r>
              <a:rPr lang="en-US" sz="2600" u="sng">
                <a:latin typeface="Times New Roman"/>
                <a:cs typeface="Times New Roman"/>
              </a:rPr>
              <a:t>STEP</a:t>
            </a:r>
            <a:r>
              <a:rPr lang="en-US" sz="2600" dirty="0">
                <a:latin typeface="Times New Roman"/>
                <a:cs typeface="Times New Roman"/>
              </a:rPr>
              <a:t> </a:t>
            </a:r>
            <a:r>
              <a:rPr lang="en-US" sz="2600" u="sng">
                <a:latin typeface="Times New Roman"/>
                <a:cs typeface="Times New Roman"/>
              </a:rPr>
              <a:t>3</a:t>
            </a:r>
            <a:r>
              <a:rPr lang="en-US" sz="2600">
                <a:latin typeface="Times New Roman"/>
                <a:cs typeface="Times New Roman"/>
              </a:rPr>
              <a:t>: </a:t>
            </a:r>
            <a:r>
              <a:rPr lang="en-US" sz="2600" b="1">
                <a:ea typeface="+mn-lt"/>
                <a:cs typeface="+mn-lt"/>
              </a:rPr>
              <a:t>DHT 11 temperature and humidity sensor connection</a:t>
            </a:r>
            <a:endParaRPr lang="en-US" sz="2600" dirty="0">
              <a:latin typeface="Times New Roman"/>
              <a:cs typeface="Times New Roman"/>
            </a:endParaRPr>
          </a:p>
          <a:p>
            <a:pPr marL="0" indent="0">
              <a:buNone/>
            </a:pPr>
            <a:endParaRPr lang="en-US" sz="2600" b="1" dirty="0">
              <a:latin typeface="Walbaum Display"/>
              <a:ea typeface="+mn-lt"/>
              <a:cs typeface="+mn-lt"/>
            </a:endParaRPr>
          </a:p>
          <a:p>
            <a:pPr marL="457200" indent="-457200">
              <a:buFont typeface="Wingdings" panose="020B0604020202020204" pitchFamily="34" charset="0"/>
              <a:buChar char="v"/>
            </a:pPr>
            <a:r>
              <a:rPr lang="en-US" sz="2200">
                <a:latin typeface="Times New Roman"/>
                <a:ea typeface="+mn-lt"/>
                <a:cs typeface="+mn-lt"/>
              </a:rPr>
              <a:t>And a DHT11 sensor module is also connected to digital pin 12 of Arduino. Digital pin 9 is used for controlling fan speed through the transistor.</a:t>
            </a:r>
            <a:endParaRPr lang="en-US" sz="2200" b="1">
              <a:latin typeface="Times New Roman"/>
              <a:cs typeface="Times New Roman"/>
            </a:endParaRPr>
          </a:p>
          <a:p>
            <a:pPr>
              <a:buFont typeface="Wingdings" panose="020B0604020202020204" pitchFamily="34" charset="0"/>
              <a:buChar char="v"/>
            </a:pPr>
            <a:endParaRPr lang="en-US" sz="2600" dirty="0">
              <a:latin typeface="Times New Roman"/>
              <a:cs typeface="Times New Roman"/>
            </a:endParaRPr>
          </a:p>
          <a:p>
            <a:pPr marL="0" indent="0">
              <a:buNone/>
            </a:pPr>
            <a:endParaRPr lang="en-US" sz="2700" dirty="0">
              <a:latin typeface="Times New Roman"/>
              <a:cs typeface="Times New Roman"/>
            </a:endParaRPr>
          </a:p>
        </p:txBody>
      </p:sp>
      <p:sp>
        <p:nvSpPr>
          <p:cNvPr id="3" name="TextBox 2">
            <a:extLst>
              <a:ext uri="{FF2B5EF4-FFF2-40B4-BE49-F238E27FC236}">
                <a16:creationId xmlns:a16="http://schemas.microsoft.com/office/drawing/2014/main" id="{862B0183-10A2-4996-B445-DA5CD7608CF8}"/>
              </a:ext>
            </a:extLst>
          </p:cNvPr>
          <p:cNvSpPr txBox="1"/>
          <p:nvPr/>
        </p:nvSpPr>
        <p:spPr>
          <a:xfrm>
            <a:off x="425571" y="483079"/>
            <a:ext cx="44828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u="sng">
                <a:latin typeface="Times New Roman"/>
                <a:cs typeface="Times New Roman"/>
              </a:rPr>
              <a:t>PROCEDURE</a:t>
            </a:r>
            <a:endParaRPr lang="en-US" sz="3200" u="sng" dirty="0">
              <a:latin typeface="Times New Roman"/>
              <a:cs typeface="Times New Roman"/>
            </a:endParaRPr>
          </a:p>
        </p:txBody>
      </p:sp>
    </p:spTree>
    <p:extLst>
      <p:ext uri="{BB962C8B-B14F-4D97-AF65-F5344CB8AC3E}">
        <p14:creationId xmlns:p14="http://schemas.microsoft.com/office/powerpoint/2010/main" val="649750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a:p>
            <a:pPr algn="ctr"/>
            <a:endParaRPr lang="en-US" dirty="0"/>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13" name="Content Placeholder 12">
            <a:extLst>
              <a:ext uri="{FF2B5EF4-FFF2-40B4-BE49-F238E27FC236}">
                <a16:creationId xmlns:a16="http://schemas.microsoft.com/office/drawing/2014/main" id="{7102FF7A-EBBB-40BB-A5B5-C177CC0CA545}"/>
              </a:ext>
            </a:extLst>
          </p:cNvPr>
          <p:cNvSpPr>
            <a:spLocks noGrp="1"/>
          </p:cNvSpPr>
          <p:nvPr>
            <p:ph idx="1"/>
          </p:nvPr>
        </p:nvSpPr>
        <p:spPr>
          <a:xfrm>
            <a:off x="682925" y="1224971"/>
            <a:ext cx="11216938" cy="5766736"/>
          </a:xfrm>
        </p:spPr>
        <p:txBody>
          <a:bodyPr vert="horz" lIns="91440" tIns="45720" rIns="91440" bIns="45720" rtlCol="0" anchor="t">
            <a:noAutofit/>
          </a:bodyPr>
          <a:lstStyle/>
          <a:p>
            <a:pPr marL="0" indent="0">
              <a:buNone/>
            </a:pPr>
            <a:r>
              <a:rPr lang="en-US" sz="2700" u="sng">
                <a:latin typeface="Times New Roman"/>
                <a:cs typeface="Times New Roman"/>
              </a:rPr>
              <a:t>STEP</a:t>
            </a:r>
            <a:r>
              <a:rPr lang="en-US" sz="2700" dirty="0">
                <a:latin typeface="Times New Roman"/>
                <a:cs typeface="Times New Roman"/>
              </a:rPr>
              <a:t> </a:t>
            </a:r>
            <a:r>
              <a:rPr lang="en-US" sz="2700" u="sng">
                <a:latin typeface="Times New Roman"/>
                <a:cs typeface="Times New Roman"/>
              </a:rPr>
              <a:t>4</a:t>
            </a:r>
            <a:r>
              <a:rPr lang="en-US" sz="2700">
                <a:latin typeface="Times New Roman"/>
                <a:cs typeface="Times New Roman"/>
              </a:rPr>
              <a:t>: </a:t>
            </a:r>
            <a:r>
              <a:rPr lang="en-US" sz="2700" b="1">
                <a:ea typeface="+mn-lt"/>
                <a:cs typeface="+mn-lt"/>
              </a:rPr>
              <a:t>Upload the code</a:t>
            </a:r>
            <a:endParaRPr lang="en-US">
              <a:ea typeface="+mn-lt"/>
              <a:cs typeface="+mn-lt"/>
            </a:endParaRPr>
          </a:p>
          <a:p>
            <a:pPr marL="457200" indent="-457200">
              <a:buFont typeface="Wingdings" panose="020B0604020202020204" pitchFamily="34" charset="0"/>
              <a:buChar char="v"/>
            </a:pPr>
            <a:r>
              <a:rPr lang="en-US" sz="2200">
                <a:latin typeface="Times New Roman"/>
                <a:ea typeface="+mn-lt"/>
                <a:cs typeface="+mn-lt"/>
              </a:rPr>
              <a:t>The below section is for the code. Here the first table gives you an idea of what PWM value will be the speed of the fan. You can change values according to your need.</a:t>
            </a:r>
            <a:endParaRPr lang="en-US" sz="2200">
              <a:latin typeface="Times New Roman"/>
              <a:cs typeface="Times New Roman"/>
            </a:endParaRPr>
          </a:p>
          <a:p>
            <a:pPr marL="0" indent="0">
              <a:buNone/>
            </a:pPr>
            <a:r>
              <a:rPr lang="en-US" sz="2700" u="sng">
                <a:latin typeface="Times New Roman"/>
                <a:cs typeface="Times New Roman"/>
              </a:rPr>
              <a:t>CODE</a:t>
            </a:r>
            <a:r>
              <a:rPr lang="en-US" sz="2700">
                <a:latin typeface="Times New Roman"/>
                <a:cs typeface="Times New Roman"/>
              </a:rPr>
              <a:t>:</a:t>
            </a:r>
          </a:p>
          <a:p>
            <a:pPr>
              <a:buNone/>
            </a:pPr>
            <a:r>
              <a:rPr lang="en-US" sz="2200">
                <a:latin typeface="Times New Roman"/>
                <a:ea typeface="+mn-lt"/>
                <a:cs typeface="+mn-lt"/>
              </a:rPr>
              <a:t>Before writing the code, please refer to the below table.</a:t>
            </a:r>
            <a:endParaRPr lang="en-US" sz="2200">
              <a:latin typeface="Times New Roman"/>
            </a:endParaRPr>
          </a:p>
          <a:p>
            <a:pPr marL="0" indent="0">
              <a:buNone/>
            </a:pPr>
            <a:endParaRPr lang="en-US" sz="2700" dirty="0">
              <a:latin typeface="Times New Roman"/>
              <a:cs typeface="Times New Roman"/>
            </a:endParaRPr>
          </a:p>
        </p:txBody>
      </p:sp>
      <p:sp>
        <p:nvSpPr>
          <p:cNvPr id="3" name="TextBox 2">
            <a:extLst>
              <a:ext uri="{FF2B5EF4-FFF2-40B4-BE49-F238E27FC236}">
                <a16:creationId xmlns:a16="http://schemas.microsoft.com/office/drawing/2014/main" id="{862B0183-10A2-4996-B445-DA5CD7608CF8}"/>
              </a:ext>
            </a:extLst>
          </p:cNvPr>
          <p:cNvSpPr txBox="1"/>
          <p:nvPr/>
        </p:nvSpPr>
        <p:spPr>
          <a:xfrm>
            <a:off x="425571" y="483079"/>
            <a:ext cx="44828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u="sng">
                <a:latin typeface="Times New Roman"/>
                <a:cs typeface="Times New Roman"/>
              </a:rPr>
              <a:t>PROCEDURE</a:t>
            </a:r>
            <a:endParaRPr lang="en-US" sz="3200" u="sng" dirty="0">
              <a:latin typeface="Times New Roman"/>
              <a:cs typeface="Times New Roman"/>
            </a:endParaRPr>
          </a:p>
        </p:txBody>
      </p:sp>
      <p:graphicFrame>
        <p:nvGraphicFramePr>
          <p:cNvPr id="5" name="Table 5">
            <a:extLst>
              <a:ext uri="{FF2B5EF4-FFF2-40B4-BE49-F238E27FC236}">
                <a16:creationId xmlns:a16="http://schemas.microsoft.com/office/drawing/2014/main" id="{C157949A-913B-4D97-A3A7-42FDC6581B6A}"/>
              </a:ext>
            </a:extLst>
          </p:cNvPr>
          <p:cNvGraphicFramePr>
            <a:graphicFrameLocks noGrp="1"/>
          </p:cNvGraphicFramePr>
          <p:nvPr>
            <p:extLst>
              <p:ext uri="{D42A27DB-BD31-4B8C-83A1-F6EECF244321}">
                <p14:modId xmlns:p14="http://schemas.microsoft.com/office/powerpoint/2010/main" val="1158280154"/>
              </p:ext>
            </p:extLst>
          </p:nvPr>
        </p:nvGraphicFramePr>
        <p:xfrm>
          <a:off x="1709755" y="4072300"/>
          <a:ext cx="8168640" cy="259588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3578379782"/>
                    </a:ext>
                  </a:extLst>
                </a:gridCol>
                <a:gridCol w="2042160">
                  <a:extLst>
                    <a:ext uri="{9D8B030D-6E8A-4147-A177-3AD203B41FA5}">
                      <a16:colId xmlns:a16="http://schemas.microsoft.com/office/drawing/2014/main" val="2889787111"/>
                    </a:ext>
                  </a:extLst>
                </a:gridCol>
                <a:gridCol w="2042160">
                  <a:extLst>
                    <a:ext uri="{9D8B030D-6E8A-4147-A177-3AD203B41FA5}">
                      <a16:colId xmlns:a16="http://schemas.microsoft.com/office/drawing/2014/main" val="890015889"/>
                    </a:ext>
                  </a:extLst>
                </a:gridCol>
                <a:gridCol w="2042160">
                  <a:extLst>
                    <a:ext uri="{9D8B030D-6E8A-4147-A177-3AD203B41FA5}">
                      <a16:colId xmlns:a16="http://schemas.microsoft.com/office/drawing/2014/main" val="2362055584"/>
                    </a:ext>
                  </a:extLst>
                </a:gridCol>
              </a:tblGrid>
              <a:tr h="370840">
                <a:tc>
                  <a:txBody>
                    <a:bodyPr/>
                    <a:lstStyle/>
                    <a:p>
                      <a:r>
                        <a:rPr lang="en-US"/>
                        <a:t>  Temperature</a:t>
                      </a:r>
                    </a:p>
                  </a:txBody>
                  <a:tcPr/>
                </a:tc>
                <a:tc>
                  <a:txBody>
                    <a:bodyPr/>
                    <a:lstStyle/>
                    <a:p>
                      <a:r>
                        <a:rPr lang="en-US"/>
                        <a:t>      Duty Cycle</a:t>
                      </a:r>
                    </a:p>
                  </a:txBody>
                  <a:tcPr/>
                </a:tc>
                <a:tc>
                  <a:txBody>
                    <a:bodyPr/>
                    <a:lstStyle/>
                    <a:p>
                      <a:r>
                        <a:rPr lang="en-US"/>
                        <a:t>      PWM Value</a:t>
                      </a:r>
                    </a:p>
                  </a:txBody>
                  <a:tcPr/>
                </a:tc>
                <a:tc>
                  <a:txBody>
                    <a:bodyPr/>
                    <a:lstStyle/>
                    <a:p>
                      <a:r>
                        <a:rPr lang="en-US"/>
                        <a:t>     Fan Speed</a:t>
                      </a:r>
                    </a:p>
                  </a:txBody>
                  <a:tcPr/>
                </a:tc>
                <a:extLst>
                  <a:ext uri="{0D108BD9-81ED-4DB2-BD59-A6C34878D82A}">
                    <a16:rowId xmlns:a16="http://schemas.microsoft.com/office/drawing/2014/main" val="2958075772"/>
                  </a:ext>
                </a:extLst>
              </a:tr>
              <a:tr h="370840">
                <a:tc>
                  <a:txBody>
                    <a:bodyPr/>
                    <a:lstStyle/>
                    <a:p>
                      <a:r>
                        <a:rPr lang="en-US" b="1">
                          <a:latin typeface="Times New Roman"/>
                        </a:rPr>
                        <a:t>Less than 26</a:t>
                      </a:r>
                    </a:p>
                  </a:txBody>
                  <a:tcPr/>
                </a:tc>
                <a:tc>
                  <a:txBody>
                    <a:bodyPr/>
                    <a:lstStyle/>
                    <a:p>
                      <a:r>
                        <a:rPr lang="en-US" b="1">
                          <a:latin typeface="Times New Roman"/>
                        </a:rPr>
                        <a:t>0%</a:t>
                      </a:r>
                    </a:p>
                  </a:txBody>
                  <a:tcPr/>
                </a:tc>
                <a:tc>
                  <a:txBody>
                    <a:bodyPr/>
                    <a:lstStyle/>
                    <a:p>
                      <a:r>
                        <a:rPr lang="en-US" b="1">
                          <a:latin typeface="Times New Roman"/>
                        </a:rPr>
                        <a:t>0</a:t>
                      </a:r>
                    </a:p>
                  </a:txBody>
                  <a:tcPr/>
                </a:tc>
                <a:tc>
                  <a:txBody>
                    <a:bodyPr/>
                    <a:lstStyle/>
                    <a:p>
                      <a:r>
                        <a:rPr lang="en-US" b="1">
                          <a:latin typeface="Times New Roman"/>
                        </a:rPr>
                        <a:t>OFF</a:t>
                      </a:r>
                    </a:p>
                  </a:txBody>
                  <a:tcPr/>
                </a:tc>
                <a:extLst>
                  <a:ext uri="{0D108BD9-81ED-4DB2-BD59-A6C34878D82A}">
                    <a16:rowId xmlns:a16="http://schemas.microsoft.com/office/drawing/2014/main" val="112104706"/>
                  </a:ext>
                </a:extLst>
              </a:tr>
              <a:tr h="370840">
                <a:tc>
                  <a:txBody>
                    <a:bodyPr/>
                    <a:lstStyle/>
                    <a:p>
                      <a:r>
                        <a:rPr lang="en-US" b="1">
                          <a:latin typeface="Times New Roman"/>
                        </a:rPr>
                        <a:t>26</a:t>
                      </a:r>
                    </a:p>
                  </a:txBody>
                  <a:tcPr/>
                </a:tc>
                <a:tc>
                  <a:txBody>
                    <a:bodyPr/>
                    <a:lstStyle/>
                    <a:p>
                      <a:r>
                        <a:rPr lang="en-US" b="1">
                          <a:latin typeface="Times New Roman"/>
                        </a:rPr>
                        <a:t>20%</a:t>
                      </a:r>
                    </a:p>
                  </a:txBody>
                  <a:tcPr/>
                </a:tc>
                <a:tc>
                  <a:txBody>
                    <a:bodyPr/>
                    <a:lstStyle/>
                    <a:p>
                      <a:r>
                        <a:rPr lang="en-US" b="1">
                          <a:latin typeface="Times New Roman"/>
                        </a:rPr>
                        <a:t>51</a:t>
                      </a:r>
                    </a:p>
                  </a:txBody>
                  <a:tcPr/>
                </a:tc>
                <a:tc>
                  <a:txBody>
                    <a:bodyPr/>
                    <a:lstStyle/>
                    <a:p>
                      <a:r>
                        <a:rPr lang="en-US" b="1">
                          <a:latin typeface="Times New Roman"/>
                        </a:rPr>
                        <a:t>20%</a:t>
                      </a:r>
                    </a:p>
                  </a:txBody>
                  <a:tcPr/>
                </a:tc>
                <a:extLst>
                  <a:ext uri="{0D108BD9-81ED-4DB2-BD59-A6C34878D82A}">
                    <a16:rowId xmlns:a16="http://schemas.microsoft.com/office/drawing/2014/main" val="3551545756"/>
                  </a:ext>
                </a:extLst>
              </a:tr>
              <a:tr h="370840">
                <a:tc>
                  <a:txBody>
                    <a:bodyPr/>
                    <a:lstStyle/>
                    <a:p>
                      <a:r>
                        <a:rPr lang="en-US" b="1">
                          <a:latin typeface="Times New Roman"/>
                        </a:rPr>
                        <a:t>27</a:t>
                      </a:r>
                    </a:p>
                  </a:txBody>
                  <a:tcPr/>
                </a:tc>
                <a:tc>
                  <a:txBody>
                    <a:bodyPr/>
                    <a:lstStyle/>
                    <a:p>
                      <a:r>
                        <a:rPr lang="en-US" b="1">
                          <a:latin typeface="Times New Roman"/>
                        </a:rPr>
                        <a:t>40%</a:t>
                      </a:r>
                    </a:p>
                  </a:txBody>
                  <a:tcPr/>
                </a:tc>
                <a:tc>
                  <a:txBody>
                    <a:bodyPr/>
                    <a:lstStyle/>
                    <a:p>
                      <a:r>
                        <a:rPr lang="en-US" b="1">
                          <a:latin typeface="Times New Roman"/>
                        </a:rPr>
                        <a:t>102</a:t>
                      </a:r>
                    </a:p>
                  </a:txBody>
                  <a:tcPr/>
                </a:tc>
                <a:tc>
                  <a:txBody>
                    <a:bodyPr/>
                    <a:lstStyle/>
                    <a:p>
                      <a:r>
                        <a:rPr lang="en-US" b="1">
                          <a:latin typeface="Times New Roman"/>
                        </a:rPr>
                        <a:t>40%</a:t>
                      </a:r>
                    </a:p>
                  </a:txBody>
                  <a:tcPr/>
                </a:tc>
                <a:extLst>
                  <a:ext uri="{0D108BD9-81ED-4DB2-BD59-A6C34878D82A}">
                    <a16:rowId xmlns:a16="http://schemas.microsoft.com/office/drawing/2014/main" val="899184729"/>
                  </a:ext>
                </a:extLst>
              </a:tr>
              <a:tr h="370840">
                <a:tc>
                  <a:txBody>
                    <a:bodyPr/>
                    <a:lstStyle/>
                    <a:p>
                      <a:r>
                        <a:rPr lang="en-US" b="1">
                          <a:latin typeface="Times New Roman"/>
                        </a:rPr>
                        <a:t>28</a:t>
                      </a:r>
                    </a:p>
                  </a:txBody>
                  <a:tcPr/>
                </a:tc>
                <a:tc>
                  <a:txBody>
                    <a:bodyPr/>
                    <a:lstStyle/>
                    <a:p>
                      <a:r>
                        <a:rPr lang="en-US" b="1">
                          <a:latin typeface="Times New Roman"/>
                        </a:rPr>
                        <a:t>60%</a:t>
                      </a:r>
                    </a:p>
                  </a:txBody>
                  <a:tcPr/>
                </a:tc>
                <a:tc>
                  <a:txBody>
                    <a:bodyPr/>
                    <a:lstStyle/>
                    <a:p>
                      <a:r>
                        <a:rPr lang="en-US" b="1">
                          <a:latin typeface="Times New Roman"/>
                        </a:rPr>
                        <a:t>153</a:t>
                      </a:r>
                    </a:p>
                  </a:txBody>
                  <a:tcPr/>
                </a:tc>
                <a:tc>
                  <a:txBody>
                    <a:bodyPr/>
                    <a:lstStyle/>
                    <a:p>
                      <a:r>
                        <a:rPr lang="en-US" b="1">
                          <a:latin typeface="Times New Roman"/>
                        </a:rPr>
                        <a:t>60%</a:t>
                      </a:r>
                    </a:p>
                  </a:txBody>
                  <a:tcPr/>
                </a:tc>
                <a:extLst>
                  <a:ext uri="{0D108BD9-81ED-4DB2-BD59-A6C34878D82A}">
                    <a16:rowId xmlns:a16="http://schemas.microsoft.com/office/drawing/2014/main" val="3066327980"/>
                  </a:ext>
                </a:extLst>
              </a:tr>
              <a:tr h="370840">
                <a:tc>
                  <a:txBody>
                    <a:bodyPr/>
                    <a:lstStyle/>
                    <a:p>
                      <a:r>
                        <a:rPr lang="en-US" b="1">
                          <a:latin typeface="Times New Roman"/>
                        </a:rPr>
                        <a:t>29</a:t>
                      </a:r>
                    </a:p>
                  </a:txBody>
                  <a:tcPr/>
                </a:tc>
                <a:tc>
                  <a:txBody>
                    <a:bodyPr/>
                    <a:lstStyle/>
                    <a:p>
                      <a:r>
                        <a:rPr lang="en-US" b="1">
                          <a:latin typeface="Times New Roman"/>
                        </a:rPr>
                        <a:t>80%</a:t>
                      </a:r>
                    </a:p>
                  </a:txBody>
                  <a:tcPr/>
                </a:tc>
                <a:tc>
                  <a:txBody>
                    <a:bodyPr/>
                    <a:lstStyle/>
                    <a:p>
                      <a:r>
                        <a:rPr lang="en-US" b="1">
                          <a:latin typeface="Times New Roman"/>
                        </a:rPr>
                        <a:t>204</a:t>
                      </a:r>
                    </a:p>
                  </a:txBody>
                  <a:tcPr/>
                </a:tc>
                <a:tc>
                  <a:txBody>
                    <a:bodyPr/>
                    <a:lstStyle/>
                    <a:p>
                      <a:r>
                        <a:rPr lang="en-US" b="1">
                          <a:latin typeface="Times New Roman"/>
                        </a:rPr>
                        <a:t>80%</a:t>
                      </a:r>
                    </a:p>
                  </a:txBody>
                  <a:tcPr/>
                </a:tc>
                <a:extLst>
                  <a:ext uri="{0D108BD9-81ED-4DB2-BD59-A6C34878D82A}">
                    <a16:rowId xmlns:a16="http://schemas.microsoft.com/office/drawing/2014/main" val="3437321252"/>
                  </a:ext>
                </a:extLst>
              </a:tr>
              <a:tr h="370840">
                <a:tc>
                  <a:txBody>
                    <a:bodyPr/>
                    <a:lstStyle/>
                    <a:p>
                      <a:r>
                        <a:rPr lang="en-US" b="1">
                          <a:latin typeface="Times New Roman"/>
                        </a:rPr>
                        <a:t>Greater than 29</a:t>
                      </a:r>
                    </a:p>
                  </a:txBody>
                  <a:tcPr/>
                </a:tc>
                <a:tc>
                  <a:txBody>
                    <a:bodyPr/>
                    <a:lstStyle/>
                    <a:p>
                      <a:r>
                        <a:rPr lang="en-US" b="1">
                          <a:latin typeface="Times New Roman"/>
                        </a:rPr>
                        <a:t>100%</a:t>
                      </a:r>
                    </a:p>
                  </a:txBody>
                  <a:tcPr/>
                </a:tc>
                <a:tc>
                  <a:txBody>
                    <a:bodyPr/>
                    <a:lstStyle/>
                    <a:p>
                      <a:r>
                        <a:rPr lang="en-US" b="1">
                          <a:latin typeface="Times New Roman"/>
                        </a:rPr>
                        <a:t>255</a:t>
                      </a:r>
                    </a:p>
                  </a:txBody>
                  <a:tcPr/>
                </a:tc>
                <a:tc>
                  <a:txBody>
                    <a:bodyPr/>
                    <a:lstStyle/>
                    <a:p>
                      <a:r>
                        <a:rPr lang="en-US" b="1">
                          <a:latin typeface="Times New Roman"/>
                        </a:rPr>
                        <a:t>100%</a:t>
                      </a:r>
                    </a:p>
                  </a:txBody>
                  <a:tcPr/>
                </a:tc>
                <a:extLst>
                  <a:ext uri="{0D108BD9-81ED-4DB2-BD59-A6C34878D82A}">
                    <a16:rowId xmlns:a16="http://schemas.microsoft.com/office/drawing/2014/main" val="422069110"/>
                  </a:ext>
                </a:extLst>
              </a:tr>
            </a:tbl>
          </a:graphicData>
        </a:graphic>
      </p:graphicFrame>
    </p:spTree>
    <p:extLst>
      <p:ext uri="{BB962C8B-B14F-4D97-AF65-F5344CB8AC3E}">
        <p14:creationId xmlns:p14="http://schemas.microsoft.com/office/powerpoint/2010/main" val="4101435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a:p>
            <a:pPr algn="ctr"/>
            <a:endParaRPr lang="en-US" dirty="0"/>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3" name="TextBox 2">
            <a:extLst>
              <a:ext uri="{FF2B5EF4-FFF2-40B4-BE49-F238E27FC236}">
                <a16:creationId xmlns:a16="http://schemas.microsoft.com/office/drawing/2014/main" id="{862B0183-10A2-4996-B445-DA5CD7608CF8}"/>
              </a:ext>
            </a:extLst>
          </p:cNvPr>
          <p:cNvSpPr txBox="1"/>
          <p:nvPr/>
        </p:nvSpPr>
        <p:spPr>
          <a:xfrm>
            <a:off x="5083835" y="483079"/>
            <a:ext cx="44828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latin typeface="Times New Roman"/>
                <a:cs typeface="Times New Roman"/>
              </a:rPr>
              <a:t>CODE</a:t>
            </a:r>
            <a:endParaRPr lang="en-US" sz="3200" dirty="0">
              <a:latin typeface="Times New Roman"/>
              <a:cs typeface="Times New Roman"/>
            </a:endParaRPr>
          </a:p>
        </p:txBody>
      </p:sp>
      <p:pic>
        <p:nvPicPr>
          <p:cNvPr id="2" name="Picture 4" descr="A picture containing text&#10;&#10;Description automatically generated">
            <a:extLst>
              <a:ext uri="{FF2B5EF4-FFF2-40B4-BE49-F238E27FC236}">
                <a16:creationId xmlns:a16="http://schemas.microsoft.com/office/drawing/2014/main" id="{A9F00F30-4A16-46D9-B390-ECA639E2D516}"/>
              </a:ext>
            </a:extLst>
          </p:cNvPr>
          <p:cNvPicPr>
            <a:picLocks noChangeAspect="1"/>
          </p:cNvPicPr>
          <p:nvPr/>
        </p:nvPicPr>
        <p:blipFill>
          <a:blip r:embed="rId3"/>
          <a:stretch>
            <a:fillRect/>
          </a:stretch>
        </p:blipFill>
        <p:spPr>
          <a:xfrm>
            <a:off x="425569" y="1304035"/>
            <a:ext cx="3548332" cy="5069440"/>
          </a:xfrm>
          <a:prstGeom prst="rect">
            <a:avLst/>
          </a:prstGeom>
        </p:spPr>
      </p:pic>
      <p:pic>
        <p:nvPicPr>
          <p:cNvPr id="5" name="Picture 5">
            <a:extLst>
              <a:ext uri="{FF2B5EF4-FFF2-40B4-BE49-F238E27FC236}">
                <a16:creationId xmlns:a16="http://schemas.microsoft.com/office/drawing/2014/main" id="{1202772D-BEA3-40B5-A282-F8226B1FD7B6}"/>
              </a:ext>
            </a:extLst>
          </p:cNvPr>
          <p:cNvPicPr>
            <a:picLocks noChangeAspect="1"/>
          </p:cNvPicPr>
          <p:nvPr/>
        </p:nvPicPr>
        <p:blipFill>
          <a:blip r:embed="rId4"/>
          <a:stretch>
            <a:fillRect/>
          </a:stretch>
        </p:blipFill>
        <p:spPr>
          <a:xfrm>
            <a:off x="4249947" y="1302155"/>
            <a:ext cx="3807124" cy="5073200"/>
          </a:xfrm>
          <a:prstGeom prst="rect">
            <a:avLst/>
          </a:prstGeom>
        </p:spPr>
      </p:pic>
      <p:pic>
        <p:nvPicPr>
          <p:cNvPr id="6" name="Picture 6" descr="Graphical user interface, text, application, email&#10;&#10;Description automatically generated">
            <a:extLst>
              <a:ext uri="{FF2B5EF4-FFF2-40B4-BE49-F238E27FC236}">
                <a16:creationId xmlns:a16="http://schemas.microsoft.com/office/drawing/2014/main" id="{1CE29C71-1903-4C6D-9471-6BEE75561624}"/>
              </a:ext>
            </a:extLst>
          </p:cNvPr>
          <p:cNvPicPr>
            <a:picLocks noChangeAspect="1"/>
          </p:cNvPicPr>
          <p:nvPr/>
        </p:nvPicPr>
        <p:blipFill>
          <a:blip r:embed="rId5"/>
          <a:stretch>
            <a:fillRect/>
          </a:stretch>
        </p:blipFill>
        <p:spPr>
          <a:xfrm>
            <a:off x="8333118" y="1299530"/>
            <a:ext cx="3490821" cy="4992185"/>
          </a:xfrm>
          <a:prstGeom prst="rect">
            <a:avLst/>
          </a:prstGeom>
        </p:spPr>
      </p:pic>
    </p:spTree>
    <p:extLst>
      <p:ext uri="{BB962C8B-B14F-4D97-AF65-F5344CB8AC3E}">
        <p14:creationId xmlns:p14="http://schemas.microsoft.com/office/powerpoint/2010/main" val="130694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a:p>
            <a:pPr algn="ctr"/>
            <a:endParaRPr lang="en-US" dirty="0"/>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3" name="TextBox 2">
            <a:extLst>
              <a:ext uri="{FF2B5EF4-FFF2-40B4-BE49-F238E27FC236}">
                <a16:creationId xmlns:a16="http://schemas.microsoft.com/office/drawing/2014/main" id="{862B0183-10A2-4996-B445-DA5CD7608CF8}"/>
              </a:ext>
            </a:extLst>
          </p:cNvPr>
          <p:cNvSpPr txBox="1"/>
          <p:nvPr/>
        </p:nvSpPr>
        <p:spPr>
          <a:xfrm>
            <a:off x="5083835" y="483079"/>
            <a:ext cx="44828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latin typeface="Times New Roman"/>
                <a:cs typeface="Times New Roman"/>
              </a:rPr>
              <a:t>CODE</a:t>
            </a:r>
            <a:endParaRPr lang="en-US" sz="3200" dirty="0">
              <a:latin typeface="Times New Roman"/>
              <a:cs typeface="Times New Roman"/>
            </a:endParaRPr>
          </a:p>
        </p:txBody>
      </p:sp>
      <p:pic>
        <p:nvPicPr>
          <p:cNvPr id="7" name="Picture 7" descr="Text&#10;&#10;Description automatically generated">
            <a:extLst>
              <a:ext uri="{FF2B5EF4-FFF2-40B4-BE49-F238E27FC236}">
                <a16:creationId xmlns:a16="http://schemas.microsoft.com/office/drawing/2014/main" id="{0B7AE411-2ABB-47D8-80F1-4393433D4241}"/>
              </a:ext>
            </a:extLst>
          </p:cNvPr>
          <p:cNvPicPr>
            <a:picLocks noChangeAspect="1"/>
          </p:cNvPicPr>
          <p:nvPr/>
        </p:nvPicPr>
        <p:blipFill>
          <a:blip r:embed="rId3"/>
          <a:stretch>
            <a:fillRect/>
          </a:stretch>
        </p:blipFill>
        <p:spPr>
          <a:xfrm>
            <a:off x="454325" y="1367921"/>
            <a:ext cx="3505198" cy="5027931"/>
          </a:xfrm>
          <a:prstGeom prst="rect">
            <a:avLst/>
          </a:prstGeom>
        </p:spPr>
      </p:pic>
      <p:pic>
        <p:nvPicPr>
          <p:cNvPr id="8" name="Picture 8" descr="A picture containing text&#10;&#10;Description automatically generated">
            <a:extLst>
              <a:ext uri="{FF2B5EF4-FFF2-40B4-BE49-F238E27FC236}">
                <a16:creationId xmlns:a16="http://schemas.microsoft.com/office/drawing/2014/main" id="{2C5241A7-AC4B-4BE4-8AF3-01E4F60AF675}"/>
              </a:ext>
            </a:extLst>
          </p:cNvPr>
          <p:cNvPicPr>
            <a:picLocks noChangeAspect="1"/>
          </p:cNvPicPr>
          <p:nvPr/>
        </p:nvPicPr>
        <p:blipFill>
          <a:blip r:embed="rId4"/>
          <a:stretch>
            <a:fillRect/>
          </a:stretch>
        </p:blipFill>
        <p:spPr>
          <a:xfrm>
            <a:off x="4149306" y="1361813"/>
            <a:ext cx="3778369" cy="5040147"/>
          </a:xfrm>
          <a:prstGeom prst="rect">
            <a:avLst/>
          </a:prstGeom>
        </p:spPr>
      </p:pic>
      <p:pic>
        <p:nvPicPr>
          <p:cNvPr id="9" name="Picture 9">
            <a:extLst>
              <a:ext uri="{FF2B5EF4-FFF2-40B4-BE49-F238E27FC236}">
                <a16:creationId xmlns:a16="http://schemas.microsoft.com/office/drawing/2014/main" id="{07A19C97-640B-4E4B-9C92-046B33CC9247}"/>
              </a:ext>
            </a:extLst>
          </p:cNvPr>
          <p:cNvPicPr>
            <a:picLocks noChangeAspect="1"/>
          </p:cNvPicPr>
          <p:nvPr/>
        </p:nvPicPr>
        <p:blipFill>
          <a:blip r:embed="rId5"/>
          <a:stretch>
            <a:fillRect/>
          </a:stretch>
        </p:blipFill>
        <p:spPr>
          <a:xfrm>
            <a:off x="8174966" y="1364254"/>
            <a:ext cx="3692106" cy="5035264"/>
          </a:xfrm>
          <a:prstGeom prst="rect">
            <a:avLst/>
          </a:prstGeom>
        </p:spPr>
      </p:pic>
    </p:spTree>
    <p:extLst>
      <p:ext uri="{BB962C8B-B14F-4D97-AF65-F5344CB8AC3E}">
        <p14:creationId xmlns:p14="http://schemas.microsoft.com/office/powerpoint/2010/main" val="1708285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a:p>
            <a:pPr algn="ctr"/>
            <a:endParaRPr lang="en-US" dirty="0"/>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3" name="TextBox 2">
            <a:extLst>
              <a:ext uri="{FF2B5EF4-FFF2-40B4-BE49-F238E27FC236}">
                <a16:creationId xmlns:a16="http://schemas.microsoft.com/office/drawing/2014/main" id="{862B0183-10A2-4996-B445-DA5CD7608CF8}"/>
              </a:ext>
            </a:extLst>
          </p:cNvPr>
          <p:cNvSpPr txBox="1"/>
          <p:nvPr/>
        </p:nvSpPr>
        <p:spPr>
          <a:xfrm>
            <a:off x="4954439" y="224287"/>
            <a:ext cx="44828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latin typeface="Times New Roman"/>
                <a:cs typeface="Times New Roman"/>
              </a:rPr>
              <a:t>CODE</a:t>
            </a:r>
            <a:endParaRPr lang="en-US" sz="3200" dirty="0">
              <a:latin typeface="Times New Roman"/>
              <a:cs typeface="Times New Roman"/>
            </a:endParaRPr>
          </a:p>
        </p:txBody>
      </p:sp>
      <p:pic>
        <p:nvPicPr>
          <p:cNvPr id="2" name="Picture 4">
            <a:extLst>
              <a:ext uri="{FF2B5EF4-FFF2-40B4-BE49-F238E27FC236}">
                <a16:creationId xmlns:a16="http://schemas.microsoft.com/office/drawing/2014/main" id="{F06DB6C6-FA5F-4D3E-9FD5-26685839094B}"/>
              </a:ext>
            </a:extLst>
          </p:cNvPr>
          <p:cNvPicPr>
            <a:picLocks noChangeAspect="1"/>
          </p:cNvPicPr>
          <p:nvPr/>
        </p:nvPicPr>
        <p:blipFill>
          <a:blip r:embed="rId3"/>
          <a:stretch>
            <a:fillRect/>
          </a:stretch>
        </p:blipFill>
        <p:spPr>
          <a:xfrm>
            <a:off x="2869721" y="1043737"/>
            <a:ext cx="5819954" cy="2211355"/>
          </a:xfrm>
          <a:prstGeom prst="rect">
            <a:avLst/>
          </a:prstGeom>
        </p:spPr>
      </p:pic>
      <p:sp>
        <p:nvSpPr>
          <p:cNvPr id="5" name="TextBox 4">
            <a:extLst>
              <a:ext uri="{FF2B5EF4-FFF2-40B4-BE49-F238E27FC236}">
                <a16:creationId xmlns:a16="http://schemas.microsoft.com/office/drawing/2014/main" id="{3CF1EF9A-B09F-41AC-8B2D-1EDB9B5B718D}"/>
              </a:ext>
            </a:extLst>
          </p:cNvPr>
          <p:cNvSpPr txBox="1"/>
          <p:nvPr/>
        </p:nvSpPr>
        <p:spPr>
          <a:xfrm>
            <a:off x="1072552" y="4566249"/>
            <a:ext cx="10046896"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latin typeface="Times New Roman"/>
                <a:ea typeface="+mn-lt"/>
                <a:cs typeface="+mn-lt"/>
              </a:rPr>
              <a:t>We can make a temperature-controlled fan circuit. Using an Arduino, DHT11, and few other </a:t>
            </a:r>
            <a:r>
              <a:rPr lang="en-US" sz="2200" dirty="0" err="1">
                <a:latin typeface="Times New Roman"/>
                <a:ea typeface="+mn-lt"/>
                <a:cs typeface="+mn-lt"/>
              </a:rPr>
              <a:t>components.</a:t>
            </a:r>
            <a:r>
              <a:rPr lang="en-US" sz="2200" dirty="0" err="1">
                <a:ea typeface="+mn-lt"/>
                <a:cs typeface="+mn-lt"/>
              </a:rPr>
              <a:t>Which</a:t>
            </a:r>
            <a:r>
              <a:rPr lang="en-US" sz="2200" dirty="0">
                <a:ea typeface="+mn-lt"/>
                <a:cs typeface="+mn-lt"/>
              </a:rPr>
              <a:t> can be used pretty much any place where temperature needs to be maintained at specific levels. Like in some industries, houses, etc. We checked how it actually works and we also learned how to code for a temperature-controlled fan.</a:t>
            </a:r>
            <a:endParaRPr lang="en-US" sz="2200" dirty="0">
              <a:latin typeface="Times New Roman"/>
            </a:endParaRPr>
          </a:p>
        </p:txBody>
      </p:sp>
      <p:sp>
        <p:nvSpPr>
          <p:cNvPr id="6" name="TextBox 5">
            <a:extLst>
              <a:ext uri="{FF2B5EF4-FFF2-40B4-BE49-F238E27FC236}">
                <a16:creationId xmlns:a16="http://schemas.microsoft.com/office/drawing/2014/main" id="{BD14B523-DC6F-45D6-B753-AD74531D5C89}"/>
              </a:ext>
            </a:extLst>
          </p:cNvPr>
          <p:cNvSpPr txBox="1"/>
          <p:nvPr/>
        </p:nvSpPr>
        <p:spPr>
          <a:xfrm>
            <a:off x="4565350" y="3731464"/>
            <a:ext cx="3059501"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700" u="sng" dirty="0">
                <a:latin typeface="Times New Roman"/>
                <a:cs typeface="Times New Roman"/>
              </a:rPr>
              <a:t>CONCLUSION</a:t>
            </a:r>
          </a:p>
        </p:txBody>
      </p:sp>
    </p:spTree>
    <p:extLst>
      <p:ext uri="{BB962C8B-B14F-4D97-AF65-F5344CB8AC3E}">
        <p14:creationId xmlns:p14="http://schemas.microsoft.com/office/powerpoint/2010/main" val="3495806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5">
            <a:extLst>
              <a:ext uri="{FF2B5EF4-FFF2-40B4-BE49-F238E27FC236}">
                <a16:creationId xmlns:a16="http://schemas.microsoft.com/office/drawing/2014/main" id="{685B57F6-59DE-4274-A37C-F47FE4E42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p>
          <a:p>
            <a:pPr algn="ctr"/>
            <a:endParaRPr lang="en-US" dirty="0"/>
          </a:p>
        </p:txBody>
      </p:sp>
      <p:sp>
        <p:nvSpPr>
          <p:cNvPr id="15" name="Freeform: Shape 17">
            <a:extLst>
              <a:ext uri="{FF2B5EF4-FFF2-40B4-BE49-F238E27FC236}">
                <a16:creationId xmlns:a16="http://schemas.microsoft.com/office/drawing/2014/main" id="{C8C63406-9171-4282-BAAB-2DDC6831F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3870" y="-2"/>
            <a:ext cx="8239927" cy="6858000"/>
          </a:xfrm>
          <a:custGeom>
            <a:avLst/>
            <a:gdLst>
              <a:gd name="connsiteX0" fmla="*/ 6010593 w 8239927"/>
              <a:gd name="connsiteY0" fmla="*/ 0 h 6858000"/>
              <a:gd name="connsiteX1" fmla="*/ 8239927 w 8239927"/>
              <a:gd name="connsiteY1" fmla="*/ 0 h 6858000"/>
              <a:gd name="connsiteX2" fmla="*/ 2229335 w 8239927"/>
              <a:gd name="connsiteY2" fmla="*/ 6858000 h 6858000"/>
              <a:gd name="connsiteX3" fmla="*/ 0 w 823992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239927" h="6858000">
                <a:moveTo>
                  <a:pt x="6010593" y="0"/>
                </a:moveTo>
                <a:lnTo>
                  <a:pt x="8239927" y="0"/>
                </a:lnTo>
                <a:lnTo>
                  <a:pt x="2229335"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10" descr="Technology background illustration | Royalty free stock vector - 1055223">
            <a:extLst>
              <a:ext uri="{FF2B5EF4-FFF2-40B4-BE49-F238E27FC236}">
                <a16:creationId xmlns:a16="http://schemas.microsoft.com/office/drawing/2014/main" id="{7C262440-A7CF-44C0-BFDB-B5A59068D7DD}"/>
              </a:ext>
            </a:extLst>
          </p:cNvPr>
          <p:cNvPicPr>
            <a:picLocks noChangeAspect="1"/>
          </p:cNvPicPr>
          <p:nvPr/>
        </p:nvPicPr>
        <p:blipFill rotWithShape="1">
          <a:blip r:embed="rId2">
            <a:alphaModFix/>
          </a:blip>
          <a:srcRect l="32727" r="-1" b="-1"/>
          <a:stretch/>
        </p:blipFill>
        <p:spPr>
          <a:xfrm>
            <a:off x="5280193" y="10"/>
            <a:ext cx="6911808" cy="6857990"/>
          </a:xfrm>
          <a:custGeom>
            <a:avLst/>
            <a:gdLst/>
            <a:ahLst/>
            <a:cxnLst/>
            <a:rect l="l" t="t" r="r" b="b"/>
            <a:pathLst>
              <a:path w="6911808" h="6858000">
                <a:moveTo>
                  <a:pt x="6001291" y="0"/>
                </a:moveTo>
                <a:lnTo>
                  <a:pt x="6010593" y="0"/>
                </a:lnTo>
                <a:lnTo>
                  <a:pt x="6911808" y="0"/>
                </a:lnTo>
                <a:lnTo>
                  <a:pt x="6911808" y="6858000"/>
                </a:lnTo>
                <a:lnTo>
                  <a:pt x="6094479" y="6858000"/>
                </a:lnTo>
                <a:lnTo>
                  <a:pt x="6001291" y="6858000"/>
                </a:lnTo>
                <a:lnTo>
                  <a:pt x="2229335" y="6858000"/>
                </a:lnTo>
                <a:lnTo>
                  <a:pt x="1633138" y="6858000"/>
                </a:lnTo>
                <a:lnTo>
                  <a:pt x="0" y="6858000"/>
                </a:lnTo>
                <a:lnTo>
                  <a:pt x="6001291" y="10614"/>
                </a:lnTo>
                <a:close/>
              </a:path>
            </a:pathLst>
          </a:custGeom>
        </p:spPr>
      </p:pic>
      <p:sp>
        <p:nvSpPr>
          <p:cNvPr id="3" name="TextBox 2">
            <a:extLst>
              <a:ext uri="{FF2B5EF4-FFF2-40B4-BE49-F238E27FC236}">
                <a16:creationId xmlns:a16="http://schemas.microsoft.com/office/drawing/2014/main" id="{862B0183-10A2-4996-B445-DA5CD7608CF8}"/>
              </a:ext>
            </a:extLst>
          </p:cNvPr>
          <p:cNvSpPr txBox="1"/>
          <p:nvPr/>
        </p:nvSpPr>
        <p:spPr>
          <a:xfrm>
            <a:off x="3976778" y="569343"/>
            <a:ext cx="44828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u="sng" dirty="0">
                <a:latin typeface="Times New Roman"/>
                <a:cs typeface="Times New Roman"/>
              </a:rPr>
              <a:t>CIRCUIT</a:t>
            </a:r>
            <a:r>
              <a:rPr lang="en-US" sz="3200" dirty="0">
                <a:latin typeface="Times New Roman"/>
                <a:cs typeface="Times New Roman"/>
              </a:rPr>
              <a:t> </a:t>
            </a:r>
            <a:r>
              <a:rPr lang="en-US" sz="3200" u="sng" dirty="0">
                <a:latin typeface="Times New Roman"/>
                <a:cs typeface="Times New Roman"/>
              </a:rPr>
              <a:t>DIAGRAM</a:t>
            </a:r>
          </a:p>
        </p:txBody>
      </p:sp>
      <p:pic>
        <p:nvPicPr>
          <p:cNvPr id="6" name="Picture 6" descr="Diagram, schematic&#10;&#10;Description automatically generated">
            <a:extLst>
              <a:ext uri="{FF2B5EF4-FFF2-40B4-BE49-F238E27FC236}">
                <a16:creationId xmlns:a16="http://schemas.microsoft.com/office/drawing/2014/main" id="{FA227DC7-5C0A-4AE2-B240-FDDCFC902FC3}"/>
              </a:ext>
            </a:extLst>
          </p:cNvPr>
          <p:cNvPicPr>
            <a:picLocks noChangeAspect="1"/>
          </p:cNvPicPr>
          <p:nvPr/>
        </p:nvPicPr>
        <p:blipFill>
          <a:blip r:embed="rId3"/>
          <a:stretch>
            <a:fillRect/>
          </a:stretch>
        </p:blipFill>
        <p:spPr>
          <a:xfrm>
            <a:off x="439947" y="1492910"/>
            <a:ext cx="11312104" cy="5022370"/>
          </a:xfrm>
          <a:prstGeom prst="rect">
            <a:avLst/>
          </a:prstGeom>
        </p:spPr>
      </p:pic>
    </p:spTree>
    <p:extLst>
      <p:ext uri="{BB962C8B-B14F-4D97-AF65-F5344CB8AC3E}">
        <p14:creationId xmlns:p14="http://schemas.microsoft.com/office/powerpoint/2010/main" val="1582426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a:extLst>
              <a:ext uri="{FF2B5EF4-FFF2-40B4-BE49-F238E27FC236}">
                <a16:creationId xmlns:a16="http://schemas.microsoft.com/office/drawing/2014/main" id="{CB43DD7D-2B08-4C6A-9F54-D27EC66C3595}"/>
              </a:ext>
            </a:extLst>
          </p:cNvPr>
          <p:cNvPicPr>
            <a:picLocks noChangeAspect="1"/>
          </p:cNvPicPr>
          <p:nvPr/>
        </p:nvPicPr>
        <p:blipFill>
          <a:blip r:embed="rId2"/>
          <a:stretch>
            <a:fillRect/>
          </a:stretch>
        </p:blipFill>
        <p:spPr>
          <a:xfrm>
            <a:off x="-5750" y="2091"/>
            <a:ext cx="12203500" cy="6853819"/>
          </a:xfrm>
          <a:prstGeom prst="rect">
            <a:avLst/>
          </a:prstGeom>
        </p:spPr>
      </p:pic>
    </p:spTree>
    <p:extLst>
      <p:ext uri="{BB962C8B-B14F-4D97-AF65-F5344CB8AC3E}">
        <p14:creationId xmlns:p14="http://schemas.microsoft.com/office/powerpoint/2010/main" val="964044764"/>
      </p:ext>
    </p:extLst>
  </p:cSld>
  <p:clrMapOvr>
    <a:masterClrMapping/>
  </p:clrMapOvr>
  <p:transition spd="slow">
    <p:comb/>
  </p:transition>
</p:sld>
</file>

<file path=ppt/theme/theme1.xml><?xml version="1.0" encoding="utf-8"?>
<a:theme xmlns:a="http://schemas.openxmlformats.org/drawingml/2006/main" name="RegattaVTI">
  <a:themeElements>
    <a:clrScheme name="Regatta Yellow">
      <a:dk1>
        <a:sysClr val="windowText" lastClr="000000"/>
      </a:dk1>
      <a:lt1>
        <a:sysClr val="window" lastClr="FFFFFF"/>
      </a:lt1>
      <a:dk2>
        <a:srgbClr val="181C30"/>
      </a:dk2>
      <a:lt2>
        <a:srgbClr val="C8E1F4"/>
      </a:lt2>
      <a:accent1>
        <a:srgbClr val="217ED3"/>
      </a:accent1>
      <a:accent2>
        <a:srgbClr val="B92525"/>
      </a:accent2>
      <a:accent3>
        <a:srgbClr val="18558C"/>
      </a:accent3>
      <a:accent4>
        <a:srgbClr val="1D8B35"/>
      </a:accent4>
      <a:accent5>
        <a:srgbClr val="EA75AA"/>
      </a:accent5>
      <a:accent6>
        <a:srgbClr val="F5A700"/>
      </a:accent6>
      <a:hlink>
        <a:srgbClr val="DB0000"/>
      </a:hlink>
      <a:folHlink>
        <a:srgbClr val="066BB6"/>
      </a:folHlink>
    </a:clrScheme>
    <a:fontScheme name="Walbaum Display">
      <a:majorFont>
        <a:latin typeface="Walbaum Display"/>
        <a:ea typeface=""/>
        <a:cs typeface=""/>
      </a:majorFont>
      <a:minorFont>
        <a:latin typeface="Walbaum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gattaVTI" id="{FFC3BCE5-6357-41D1-8E67-3F85B69D7E86}" vid="{893A6374-FE17-48E5-8B62-678C1B11AA1B}"/>
    </a:ext>
  </a:extLst>
</a:theme>
</file>

<file path=ppt/theme/theme2.xml><?xml version="1.0" encoding="utf-8"?>
<a:theme xmlns:a="http://schemas.openxmlformats.org/drawingml/2006/main" name="GradientRiseVTI">
  <a:themeElements>
    <a:clrScheme name="AnalogousFromDarkSeedLeftStep">
      <a:dk1>
        <a:srgbClr val="000000"/>
      </a:dk1>
      <a:lt1>
        <a:srgbClr val="FFFFFF"/>
      </a:lt1>
      <a:dk2>
        <a:srgbClr val="2D1B31"/>
      </a:dk2>
      <a:lt2>
        <a:srgbClr val="F0F3F3"/>
      </a:lt2>
      <a:accent1>
        <a:srgbClr val="E4352C"/>
      </a:accent1>
      <a:accent2>
        <a:srgbClr val="D21A5D"/>
      </a:accent2>
      <a:accent3>
        <a:srgbClr val="E42CBC"/>
      </a:accent3>
      <a:accent4>
        <a:srgbClr val="AD1AD2"/>
      </a:accent4>
      <a:accent5>
        <a:srgbClr val="732CE4"/>
      </a:accent5>
      <a:accent6>
        <a:srgbClr val="3237D7"/>
      </a:accent6>
      <a:hlink>
        <a:srgbClr val="863FBF"/>
      </a:hlink>
      <a:folHlink>
        <a:srgbClr val="7F7F7F"/>
      </a:folHlink>
    </a:clrScheme>
    <a:fontScheme name="Avenir">
      <a:majorFont>
        <a:latin typeface="Tw Cen MT"/>
        <a:ea typeface=""/>
        <a:cs typeface=""/>
      </a:majorFont>
      <a:minorFont>
        <a:latin typeface="Tw Cen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2</vt:i4>
      </vt:variant>
      <vt:variant>
        <vt:lpstr>Slide Titles</vt:lpstr>
      </vt:variant>
      <vt:variant>
        <vt:i4>12</vt:i4>
      </vt:variant>
    </vt:vector>
  </HeadingPairs>
  <TitlesOfParts>
    <vt:vector size="14" baseType="lpstr">
      <vt:lpstr>RegattaVTI</vt:lpstr>
      <vt:lpstr>GradientRiseVTI</vt:lpstr>
      <vt:lpstr>          AUTOMATIC                FAN              SPEED         CONTROLLER                 USING            ARDUNIO </vt:lpstr>
      <vt:lpstr>INTRODUCTION</vt:lpstr>
      <vt:lpstr>INTRODUCTION</vt:lpstr>
      <vt:lpstr>COMPONENTS REQUIRED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574</cp:revision>
  <dcterms:created xsi:type="dcterms:W3CDTF">2013-07-15T20:26:40Z</dcterms:created>
  <dcterms:modified xsi:type="dcterms:W3CDTF">2021-10-14T10:42:00Z</dcterms:modified>
</cp:coreProperties>
</file>